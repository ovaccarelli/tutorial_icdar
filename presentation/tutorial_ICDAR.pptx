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81" r:id="rId6"/>
    <p:sldId id="257" r:id="rId7"/>
    <p:sldId id="288" r:id="rId8"/>
    <p:sldId id="272" r:id="rId9"/>
    <p:sldId id="277" r:id="rId10"/>
    <p:sldId id="278" r:id="rId11"/>
    <p:sldId id="279" r:id="rId12"/>
    <p:sldId id="283" r:id="rId13"/>
    <p:sldId id="259" r:id="rId14"/>
    <p:sldId id="263" r:id="rId15"/>
    <p:sldId id="266" r:id="rId16"/>
    <p:sldId id="280" r:id="rId17"/>
    <p:sldId id="268" r:id="rId18"/>
    <p:sldId id="286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EA580C"/>
    <a:srgbClr val="16A34A"/>
    <a:srgbClr val="2463EC"/>
    <a:srgbClr val="2562EB"/>
    <a:srgbClr val="D8E0E8"/>
    <a:srgbClr val="687382"/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EC4DE-D234-5742-8000-73902D064FD9}" v="1555" dt="2026-05-12T14:32:06.354"/>
    <p1510:client id="{A4050D41-E3EE-4592-81F8-E0AB005FC8B5}" v="18" dt="2026-05-13T06:47:45.159"/>
    <p1510:client id="{ABFAD7E9-2978-D86E-0318-D7B00A2180D3}" v="45" dt="2026-05-12T13:34:52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904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zé Célien" userId="8c953c68-db62-4534-91f3-0fb355bc5200" providerId="ADAL" clId="{6EB31989-A0B1-4295-867F-4EFC65C6D448}"/>
    <pc:docChg chg="modSld">
      <pc:chgData name="Donzé Célien" userId="8c953c68-db62-4534-91f3-0fb355bc5200" providerId="ADAL" clId="{6EB31989-A0B1-4295-867F-4EFC65C6D448}" dt="2026-05-13T06:47:45.159" v="17" actId="14826"/>
      <pc:docMkLst>
        <pc:docMk/>
      </pc:docMkLst>
      <pc:sldChg chg="modSp mod">
        <pc:chgData name="Donzé Célien" userId="8c953c68-db62-4534-91f3-0fb355bc5200" providerId="ADAL" clId="{6EB31989-A0B1-4295-867F-4EFC65C6D448}" dt="2026-05-11T08:11:32.617" v="10" actId="20577"/>
        <pc:sldMkLst>
          <pc:docMk/>
          <pc:sldMk cId="425601023" sldId="279"/>
        </pc:sldMkLst>
        <pc:spChg chg="mod">
          <ac:chgData name="Donzé Célien" userId="8c953c68-db62-4534-91f3-0fb355bc5200" providerId="ADAL" clId="{6EB31989-A0B1-4295-867F-4EFC65C6D448}" dt="2026-05-11T08:11:32.617" v="10" actId="20577"/>
          <ac:spMkLst>
            <pc:docMk/>
            <pc:sldMk cId="425601023" sldId="279"/>
            <ac:spMk id="202" creationId="{FD2A4B2F-3E10-426E-7540-249C001EDE79}"/>
          </ac:spMkLst>
        </pc:spChg>
      </pc:sldChg>
      <pc:sldChg chg="modSp">
        <pc:chgData name="Donzé Célien" userId="8c953c68-db62-4534-91f3-0fb355bc5200" providerId="ADAL" clId="{6EB31989-A0B1-4295-867F-4EFC65C6D448}" dt="2026-05-13T05:52:37.587" v="14" actId="14826"/>
        <pc:sldMkLst>
          <pc:docMk/>
          <pc:sldMk cId="3924812798" sldId="282"/>
        </pc:sldMkLst>
        <pc:picChg chg="mod">
          <ac:chgData name="Donzé Célien" userId="8c953c68-db62-4534-91f3-0fb355bc5200" providerId="ADAL" clId="{6EB31989-A0B1-4295-867F-4EFC65C6D448}" dt="2026-05-13T05:52:37.587" v="14" actId="14826"/>
          <ac:picMkLst>
            <pc:docMk/>
            <pc:sldMk cId="3924812798" sldId="282"/>
            <ac:picMk id="29" creationId="{F21ABDF8-D880-099E-E78C-FC8073691B41}"/>
          </ac:picMkLst>
        </pc:picChg>
      </pc:sldChg>
      <pc:sldChg chg="modSp">
        <pc:chgData name="Donzé Célien" userId="8c953c68-db62-4534-91f3-0fb355bc5200" providerId="ADAL" clId="{6EB31989-A0B1-4295-867F-4EFC65C6D448}" dt="2026-05-13T05:53:19.181" v="15" actId="14826"/>
        <pc:sldMkLst>
          <pc:docMk/>
          <pc:sldMk cId="4092499933" sldId="283"/>
        </pc:sldMkLst>
        <pc:picChg chg="mod">
          <ac:chgData name="Donzé Célien" userId="8c953c68-db62-4534-91f3-0fb355bc5200" providerId="ADAL" clId="{6EB31989-A0B1-4295-867F-4EFC65C6D448}" dt="2026-05-13T05:53:19.181" v="15" actId="14826"/>
          <ac:picMkLst>
            <pc:docMk/>
            <pc:sldMk cId="4092499933" sldId="283"/>
            <ac:picMk id="28" creationId="{2ADE9EB0-3B6A-B0A3-84CE-93DF5424DB10}"/>
          </ac:picMkLst>
        </pc:picChg>
      </pc:sldChg>
      <pc:sldChg chg="modSp">
        <pc:chgData name="Donzé Célien" userId="8c953c68-db62-4534-91f3-0fb355bc5200" providerId="ADAL" clId="{6EB31989-A0B1-4295-867F-4EFC65C6D448}" dt="2026-05-13T06:47:38.747" v="16" actId="14826"/>
        <pc:sldMkLst>
          <pc:docMk/>
          <pc:sldMk cId="2497280083" sldId="284"/>
        </pc:sldMkLst>
        <pc:picChg chg="mod">
          <ac:chgData name="Donzé Célien" userId="8c953c68-db62-4534-91f3-0fb355bc5200" providerId="ADAL" clId="{6EB31989-A0B1-4295-867F-4EFC65C6D448}" dt="2026-05-13T06:47:38.747" v="16" actId="14826"/>
          <ac:picMkLst>
            <pc:docMk/>
            <pc:sldMk cId="2497280083" sldId="284"/>
            <ac:picMk id="28" creationId="{4DD8AB73-9E94-A3BD-784F-AF7B0B9E1855}"/>
          </ac:picMkLst>
        </pc:picChg>
      </pc:sldChg>
      <pc:sldChg chg="modSp">
        <pc:chgData name="Donzé Célien" userId="8c953c68-db62-4534-91f3-0fb355bc5200" providerId="ADAL" clId="{6EB31989-A0B1-4295-867F-4EFC65C6D448}" dt="2026-05-13T06:47:45.159" v="17" actId="14826"/>
        <pc:sldMkLst>
          <pc:docMk/>
          <pc:sldMk cId="205451202" sldId="285"/>
        </pc:sldMkLst>
        <pc:picChg chg="mod">
          <ac:chgData name="Donzé Célien" userId="8c953c68-db62-4534-91f3-0fb355bc5200" providerId="ADAL" clId="{6EB31989-A0B1-4295-867F-4EFC65C6D448}" dt="2026-05-13T06:47:45.159" v="17" actId="14826"/>
          <ac:picMkLst>
            <pc:docMk/>
            <pc:sldMk cId="205451202" sldId="285"/>
            <ac:picMk id="28" creationId="{2729476D-E4EC-DA75-F0A8-2F368AA73FD8}"/>
          </ac:picMkLst>
        </pc:picChg>
      </pc:sldChg>
    </pc:docChg>
  </pc:docChgLst>
  <pc:docChgLst>
    <pc:chgData name="Vaccarelli Ornella" userId="S::ornella.vaccarel@hes-so.ch::647927c3-da92-4a07-8333-03c44b4a53f0" providerId="AD" clId="Web-{ABFAD7E9-2978-D86E-0318-D7B00A2180D3}"/>
    <pc:docChg chg="addSld modSld">
      <pc:chgData name="Vaccarelli Ornella" userId="S::ornella.vaccarel@hes-so.ch::647927c3-da92-4a07-8333-03c44b4a53f0" providerId="AD" clId="Web-{ABFAD7E9-2978-D86E-0318-D7B00A2180D3}" dt="2026-05-12T13:34:52.292" v="44"/>
      <pc:docMkLst>
        <pc:docMk/>
      </pc:docMkLst>
      <pc:sldChg chg="delSp modSp">
        <pc:chgData name="Vaccarelli Ornella" userId="S::ornella.vaccarel@hes-so.ch::647927c3-da92-4a07-8333-03c44b4a53f0" providerId="AD" clId="Web-{ABFAD7E9-2978-D86E-0318-D7B00A2180D3}" dt="2026-05-12T13:34:52.292" v="44"/>
        <pc:sldMkLst>
          <pc:docMk/>
          <pc:sldMk cId="0" sldId="258"/>
        </pc:sldMkLst>
        <pc:spChg chg="mod">
          <ac:chgData name="Vaccarelli Ornella" userId="S::ornella.vaccarel@hes-so.ch::647927c3-da92-4a07-8333-03c44b4a53f0" providerId="AD" clId="Web-{ABFAD7E9-2978-D86E-0318-D7B00A2180D3}" dt="2026-05-12T13:34:46.401" v="1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43"/>
          <ac:spMkLst>
            <pc:docMk/>
            <pc:sldMk cId="0" sldId="258"/>
            <ac:spMk id="5" creationId="{00000000-0000-0000-0000-000000000000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42"/>
          <ac:spMkLst>
            <pc:docMk/>
            <pc:sldMk cId="0" sldId="258"/>
            <ac:spMk id="6" creationId="{00000000-0000-0000-0000-000000000000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44"/>
          <ac:spMkLst>
            <pc:docMk/>
            <pc:sldMk cId="0" sldId="258"/>
            <ac:spMk id="11" creationId="{88D150CB-6246-1650-8BF9-8AEDD8D30B58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32"/>
          <ac:spMkLst>
            <pc:docMk/>
            <pc:sldMk cId="0" sldId="258"/>
            <ac:spMk id="13" creationId="{B00DFD02-9FF2-532A-724A-1FB192CB3D96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31"/>
          <ac:spMkLst>
            <pc:docMk/>
            <pc:sldMk cId="0" sldId="258"/>
            <ac:spMk id="14" creationId="{904678BB-21BA-1E96-4690-11B4A641912E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30"/>
          <ac:spMkLst>
            <pc:docMk/>
            <pc:sldMk cId="0" sldId="258"/>
            <ac:spMk id="16" creationId="{86DC3EB0-5636-0DDE-5AB1-F115ECA88296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28"/>
          <ac:spMkLst>
            <pc:docMk/>
            <pc:sldMk cId="0" sldId="258"/>
            <ac:spMk id="18" creationId="{D6E42CFB-7852-A9B7-9ECA-4F302E03203D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27"/>
          <ac:spMkLst>
            <pc:docMk/>
            <pc:sldMk cId="0" sldId="258"/>
            <ac:spMk id="19" creationId="{195A66C0-9C23-3ACF-E93F-8DE81D2C2F74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25"/>
          <ac:spMkLst>
            <pc:docMk/>
            <pc:sldMk cId="0" sldId="258"/>
            <ac:spMk id="22" creationId="{F664F7A1-1C2F-2EA0-0307-896175B45250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24"/>
          <ac:spMkLst>
            <pc:docMk/>
            <pc:sldMk cId="0" sldId="258"/>
            <ac:spMk id="23" creationId="{0EA436C6-6C31-EB7C-E5BB-26F850FFFD4C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22"/>
          <ac:spMkLst>
            <pc:docMk/>
            <pc:sldMk cId="0" sldId="258"/>
            <ac:spMk id="34" creationId="{18189560-C766-E3EA-3609-E5148494C354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21"/>
          <ac:spMkLst>
            <pc:docMk/>
            <pc:sldMk cId="0" sldId="258"/>
            <ac:spMk id="37" creationId="{80498D81-121F-4FAD-06A1-D7C067FBA41C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20"/>
          <ac:spMkLst>
            <pc:docMk/>
            <pc:sldMk cId="0" sldId="258"/>
            <ac:spMk id="38" creationId="{9E9DA32D-3D13-5ED3-FC71-22B11D1F3F13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19"/>
          <ac:spMkLst>
            <pc:docMk/>
            <pc:sldMk cId="0" sldId="258"/>
            <ac:spMk id="40" creationId="{6B8616A6-8C45-D284-6289-BE8A9A88D9B7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77" v="17"/>
          <ac:spMkLst>
            <pc:docMk/>
            <pc:sldMk cId="0" sldId="258"/>
            <ac:spMk id="42" creationId="{7091C402-702D-64C6-8510-E7CCBD9DE570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77" v="16"/>
          <ac:spMkLst>
            <pc:docMk/>
            <pc:sldMk cId="0" sldId="258"/>
            <ac:spMk id="43" creationId="{661530F9-4AEC-505A-115B-5CA6C9327004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77" v="15"/>
          <ac:spMkLst>
            <pc:docMk/>
            <pc:sldMk cId="0" sldId="258"/>
            <ac:spMk id="44" creationId="{648C0488-9144-76D9-CE4A-547D7A6B1432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41"/>
          <ac:spMkLst>
            <pc:docMk/>
            <pc:sldMk cId="0" sldId="258"/>
            <ac:spMk id="51" creationId="{307D6E2A-D2B1-9711-6110-3E5EAFC2DDFC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40"/>
          <ac:spMkLst>
            <pc:docMk/>
            <pc:sldMk cId="0" sldId="258"/>
            <ac:spMk id="84" creationId="{7EC59F0E-6DDB-FD79-8865-D787E7A4ECD9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39"/>
          <ac:spMkLst>
            <pc:docMk/>
            <pc:sldMk cId="0" sldId="258"/>
            <ac:spMk id="85" creationId="{45F4DEB5-504D-533D-3199-4DE2F4AED1E4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38"/>
          <ac:spMkLst>
            <pc:docMk/>
            <pc:sldMk cId="0" sldId="258"/>
            <ac:spMk id="86" creationId="{8B16689F-B88D-579E-468C-E1D9FD02C068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36"/>
          <ac:spMkLst>
            <pc:docMk/>
            <pc:sldMk cId="0" sldId="258"/>
            <ac:spMk id="103" creationId="{27785DDD-149C-EE3A-1465-4D780F98B0D0}"/>
          </ac:spMkLst>
        </pc:spChg>
        <pc:spChg chg="del">
          <ac:chgData name="Vaccarelli Ornella" userId="S::ornella.vaccarel@hes-so.ch::647927c3-da92-4a07-8333-03c44b4a53f0" providerId="AD" clId="Web-{ABFAD7E9-2978-D86E-0318-D7B00A2180D3}" dt="2026-05-12T13:34:52.292" v="35"/>
          <ac:spMkLst>
            <pc:docMk/>
            <pc:sldMk cId="0" sldId="258"/>
            <ac:spMk id="104" creationId="{D6888E16-140D-F0AD-C1DD-D781E4F8D126}"/>
          </ac:spMkLst>
        </pc:spChg>
        <pc:picChg chg="del">
          <ac:chgData name="Vaccarelli Ornella" userId="S::ornella.vaccarel@hes-so.ch::647927c3-da92-4a07-8333-03c44b4a53f0" providerId="AD" clId="Web-{ABFAD7E9-2978-D86E-0318-D7B00A2180D3}" dt="2026-05-12T13:34:52.292" v="29"/>
          <ac:picMkLst>
            <pc:docMk/>
            <pc:sldMk cId="0" sldId="258"/>
            <ac:picMk id="17" creationId="{6D310741-641A-C6BC-6EB2-F86B6C330914}"/>
          </ac:picMkLst>
        </pc:picChg>
        <pc:picChg chg="del">
          <ac:chgData name="Vaccarelli Ornella" userId="S::ornella.vaccarel@hes-so.ch::647927c3-da92-4a07-8333-03c44b4a53f0" providerId="AD" clId="Web-{ABFAD7E9-2978-D86E-0318-D7B00A2180D3}" dt="2026-05-12T13:34:52.292" v="26"/>
          <ac:picMkLst>
            <pc:docMk/>
            <pc:sldMk cId="0" sldId="258"/>
            <ac:picMk id="21" creationId="{B7F78438-DD65-2C48-CBDD-795D3888E933}"/>
          </ac:picMkLst>
        </pc:picChg>
        <pc:picChg chg="del">
          <ac:chgData name="Vaccarelli Ornella" userId="S::ornella.vaccarel@hes-so.ch::647927c3-da92-4a07-8333-03c44b4a53f0" providerId="AD" clId="Web-{ABFAD7E9-2978-D86E-0318-D7B00A2180D3}" dt="2026-05-12T13:34:52.292" v="23"/>
          <ac:picMkLst>
            <pc:docMk/>
            <pc:sldMk cId="0" sldId="258"/>
            <ac:picMk id="26" creationId="{121C9EBE-F593-F5D3-453A-C543FB83576B}"/>
          </ac:picMkLst>
        </pc:picChg>
        <pc:picChg chg="del">
          <ac:chgData name="Vaccarelli Ornella" userId="S::ornella.vaccarel@hes-so.ch::647927c3-da92-4a07-8333-03c44b4a53f0" providerId="AD" clId="Web-{ABFAD7E9-2978-D86E-0318-D7B00A2180D3}" dt="2026-05-12T13:34:52.292" v="18"/>
          <ac:picMkLst>
            <pc:docMk/>
            <pc:sldMk cId="0" sldId="258"/>
            <ac:picMk id="41" creationId="{EE22F993-93B8-9E34-2FD9-337D8E4A752A}"/>
          </ac:picMkLst>
        </pc:picChg>
        <pc:picChg chg="del">
          <ac:chgData name="Vaccarelli Ornella" userId="S::ornella.vaccarel@hes-so.ch::647927c3-da92-4a07-8333-03c44b4a53f0" providerId="AD" clId="Web-{ABFAD7E9-2978-D86E-0318-D7B00A2180D3}" dt="2026-05-12T13:34:52.292" v="37"/>
          <ac:picMkLst>
            <pc:docMk/>
            <pc:sldMk cId="0" sldId="258"/>
            <ac:picMk id="99" creationId="{043D17CC-7670-D7E5-E7D5-D91796280DF5}"/>
          </ac:picMkLst>
        </pc:picChg>
        <pc:picChg chg="del">
          <ac:chgData name="Vaccarelli Ornella" userId="S::ornella.vaccarel@hes-so.ch::647927c3-da92-4a07-8333-03c44b4a53f0" providerId="AD" clId="Web-{ABFAD7E9-2978-D86E-0318-D7B00A2180D3}" dt="2026-05-12T13:34:52.292" v="34"/>
          <ac:picMkLst>
            <pc:docMk/>
            <pc:sldMk cId="0" sldId="258"/>
            <ac:picMk id="105" creationId="{222F43F4-B2B0-0E18-28D7-F2632D6C64E7}"/>
          </ac:picMkLst>
        </pc:picChg>
        <pc:picChg chg="del">
          <ac:chgData name="Vaccarelli Ornella" userId="S::ornella.vaccarel@hes-so.ch::647927c3-da92-4a07-8333-03c44b4a53f0" providerId="AD" clId="Web-{ABFAD7E9-2978-D86E-0318-D7B00A2180D3}" dt="2026-05-12T13:34:52.292" v="33"/>
          <ac:picMkLst>
            <pc:docMk/>
            <pc:sldMk cId="0" sldId="258"/>
            <ac:picMk id="1028" creationId="{74CBD3B1-C982-2AFC-5D8D-CC8996E18BDD}"/>
          </ac:picMkLst>
        </pc:picChg>
      </pc:sldChg>
      <pc:sldChg chg="add replId">
        <pc:chgData name="Vaccarelli Ornella" userId="S::ornella.vaccarel@hes-so.ch::647927c3-da92-4a07-8333-03c44b4a53f0" providerId="AD" clId="Web-{ABFAD7E9-2978-D86E-0318-D7B00A2180D3}" dt="2026-05-12T13:34:29.807" v="0"/>
        <pc:sldMkLst>
          <pc:docMk/>
          <pc:sldMk cId="1075444446" sldId="281"/>
        </pc:sldMkLst>
      </pc:sldChg>
    </pc:docChg>
  </pc:docChgLst>
  <pc:docChgLst>
    <pc:chgData name="Vaccarelli Ornella" userId="647927c3-da92-4a07-8333-03c44b4a53f0" providerId="ADAL" clId="{A4DCA0CA-44DC-5791-9654-8EFF42E5DF6F}"/>
    <pc:docChg chg="undo custSel addSld delSld modSld sldOrd">
      <pc:chgData name="Vaccarelli Ornella" userId="647927c3-da92-4a07-8333-03c44b4a53f0" providerId="ADAL" clId="{A4DCA0CA-44DC-5791-9654-8EFF42E5DF6F}" dt="2026-05-12T14:32:06.354" v="1550" actId="1076"/>
      <pc:docMkLst>
        <pc:docMk/>
      </pc:docMkLst>
      <pc:sldChg chg="addSp delSp modSp del mod addAnim delAnim modAnim">
        <pc:chgData name="Vaccarelli Ornella" userId="647927c3-da92-4a07-8333-03c44b4a53f0" providerId="ADAL" clId="{A4DCA0CA-44DC-5791-9654-8EFF42E5DF6F}" dt="2026-05-12T14:06:27.807" v="1025" actId="2696"/>
        <pc:sldMkLst>
          <pc:docMk/>
          <pc:sldMk cId="0" sldId="258"/>
        </pc:sldMkLst>
        <pc:spChg chg="mod">
          <ac:chgData name="Vaccarelli Ornella" userId="647927c3-da92-4a07-8333-03c44b4a53f0" providerId="ADAL" clId="{A4DCA0CA-44DC-5791-9654-8EFF42E5DF6F}" dt="2026-05-12T13:53:55.887" v="691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76" creationId="{33B356EF-6408-960D-D37A-2B4820099686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80" creationId="{F656F83D-CC65-5F2B-DC70-32063D46FA59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94" creationId="{2F12A2C5-D621-7AFA-0F8B-8C5508F815B8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115" creationId="{0E8FFED5-6711-A111-2D8A-3E47E391ACD6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119" creationId="{082A2CAC-E0B3-8BD3-4AEA-87073A740768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124" creationId="{27D3ADB4-EF1A-1F0C-5AC2-290475652606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1040" creationId="{3E591B2B-4C6B-8F9F-6BA6-F42A8C7E1C56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1052" creationId="{52D8720B-45F2-9802-60CA-4A308C37A4E1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1053" creationId="{81922041-AFA3-CEBC-49BB-E034B86BE281}"/>
          </ac:spMkLst>
        </pc:spChg>
        <pc:spChg chg="mod">
          <ac:chgData name="Vaccarelli Ornella" userId="647927c3-da92-4a07-8333-03c44b4a53f0" providerId="ADAL" clId="{A4DCA0CA-44DC-5791-9654-8EFF42E5DF6F}" dt="2026-05-12T13:51:53.372" v="658"/>
          <ac:spMkLst>
            <pc:docMk/>
            <pc:sldMk cId="0" sldId="258"/>
            <ac:spMk id="1057" creationId="{07031320-B4D8-F389-DACE-CD0916FB5984}"/>
          </ac:spMkLst>
        </pc:spChg>
        <pc:spChg chg="mod">
          <ac:chgData name="Vaccarelli Ornella" userId="647927c3-da92-4a07-8333-03c44b4a53f0" providerId="ADAL" clId="{A4DCA0CA-44DC-5791-9654-8EFF42E5DF6F}" dt="2026-05-12T13:52:21.285" v="665"/>
          <ac:spMkLst>
            <pc:docMk/>
            <pc:sldMk cId="0" sldId="258"/>
            <ac:spMk id="1059" creationId="{2E5723D8-25CE-7CDA-E082-1C4D7F3FFC38}"/>
          </ac:spMkLst>
        </pc:spChg>
        <pc:spChg chg="mod">
          <ac:chgData name="Vaccarelli Ornella" userId="647927c3-da92-4a07-8333-03c44b4a53f0" providerId="ADAL" clId="{A4DCA0CA-44DC-5791-9654-8EFF42E5DF6F}" dt="2026-05-12T13:52:43.561" v="667"/>
          <ac:spMkLst>
            <pc:docMk/>
            <pc:sldMk cId="0" sldId="258"/>
            <ac:spMk id="1092" creationId="{59C88939-7EE3-5F8F-5E92-A84C2AA6826B}"/>
          </ac:spMkLst>
        </pc:spChg>
        <pc:spChg chg="add del mod">
          <ac:chgData name="Vaccarelli Ornella" userId="647927c3-da92-4a07-8333-03c44b4a53f0" providerId="ADAL" clId="{A4DCA0CA-44DC-5791-9654-8EFF42E5DF6F}" dt="2026-05-12T13:53:52.407" v="690" actId="478"/>
          <ac:spMkLst>
            <pc:docMk/>
            <pc:sldMk cId="0" sldId="258"/>
            <ac:spMk id="1095" creationId="{751E4464-3B5D-DC60-C8FD-29950BC48C92}"/>
          </ac:spMkLst>
        </pc:spChg>
        <pc:spChg chg="mod">
          <ac:chgData name="Vaccarelli Ornella" userId="647927c3-da92-4a07-8333-03c44b4a53f0" providerId="ADAL" clId="{A4DCA0CA-44DC-5791-9654-8EFF42E5DF6F}" dt="2026-05-12T13:53:52.407" v="690" actId="478"/>
          <ac:spMkLst>
            <pc:docMk/>
            <pc:sldMk cId="0" sldId="258"/>
            <ac:spMk id="1096" creationId="{58224F06-64AE-9486-C8EE-1B199D288C49}"/>
          </ac:spMkLst>
        </pc:spChg>
        <pc:spChg chg="del">
          <ac:chgData name="Vaccarelli Ornella" userId="647927c3-da92-4a07-8333-03c44b4a53f0" providerId="ADAL" clId="{A4DCA0CA-44DC-5791-9654-8EFF42E5DF6F}" dt="2026-05-12T13:53:12.077" v="674" actId="478"/>
          <ac:spMkLst>
            <pc:docMk/>
            <pc:sldMk cId="0" sldId="258"/>
            <ac:spMk id="1100" creationId="{93DB10DA-FE70-3B05-E71E-FC05D727A91E}"/>
          </ac:spMkLst>
        </pc:spChg>
        <pc:spChg chg="del">
          <ac:chgData name="Vaccarelli Ornella" userId="647927c3-da92-4a07-8333-03c44b4a53f0" providerId="ADAL" clId="{A4DCA0CA-44DC-5791-9654-8EFF42E5DF6F}" dt="2026-05-12T13:53:15.060" v="675" actId="478"/>
          <ac:spMkLst>
            <pc:docMk/>
            <pc:sldMk cId="0" sldId="258"/>
            <ac:spMk id="1102" creationId="{588CE121-DE74-5499-B202-19634675E1C1}"/>
          </ac:spMkLst>
        </pc:spChg>
        <pc:spChg chg="del">
          <ac:chgData name="Vaccarelli Ornella" userId="647927c3-da92-4a07-8333-03c44b4a53f0" providerId="ADAL" clId="{A4DCA0CA-44DC-5791-9654-8EFF42E5DF6F}" dt="2026-05-12T13:53:07.582" v="671" actId="478"/>
          <ac:spMkLst>
            <pc:docMk/>
            <pc:sldMk cId="0" sldId="258"/>
            <ac:spMk id="1103" creationId="{4DDD9550-0678-9120-3650-DA7CE804EDF1}"/>
          </ac:spMkLst>
        </pc:spChg>
        <pc:spChg chg="mod">
          <ac:chgData name="Vaccarelli Ornella" userId="647927c3-da92-4a07-8333-03c44b4a53f0" providerId="ADAL" clId="{A4DCA0CA-44DC-5791-9654-8EFF42E5DF6F}" dt="2026-05-12T13:55:41.456" v="712" actId="1076"/>
          <ac:spMkLst>
            <pc:docMk/>
            <pc:sldMk cId="0" sldId="258"/>
            <ac:spMk id="1104" creationId="{362FB162-DC7F-E7A3-B11C-2CBA88DD72A5}"/>
          </ac:spMkLst>
        </pc:spChg>
        <pc:spChg chg="del mod">
          <ac:chgData name="Vaccarelli Ornella" userId="647927c3-da92-4a07-8333-03c44b4a53f0" providerId="ADAL" clId="{A4DCA0CA-44DC-5791-9654-8EFF42E5DF6F}" dt="2026-05-12T13:53:37.551" v="686" actId="478"/>
          <ac:spMkLst>
            <pc:docMk/>
            <pc:sldMk cId="0" sldId="258"/>
            <ac:spMk id="1110" creationId="{D00991EE-7ECA-BFD4-A235-D8C218BE9BFD}"/>
          </ac:spMkLst>
        </pc:spChg>
        <pc:spChg chg="del">
          <ac:chgData name="Vaccarelli Ornella" userId="647927c3-da92-4a07-8333-03c44b4a53f0" providerId="ADAL" clId="{A4DCA0CA-44DC-5791-9654-8EFF42E5DF6F}" dt="2026-05-12T13:53:41.842" v="688" actId="478"/>
          <ac:spMkLst>
            <pc:docMk/>
            <pc:sldMk cId="0" sldId="258"/>
            <ac:spMk id="1111" creationId="{7F1E5305-39D7-747D-B82D-AE27284F3B22}"/>
          </ac:spMkLst>
        </pc:spChg>
        <pc:spChg chg="del">
          <ac:chgData name="Vaccarelli Ornella" userId="647927c3-da92-4a07-8333-03c44b4a53f0" providerId="ADAL" clId="{A4DCA0CA-44DC-5791-9654-8EFF42E5DF6F}" dt="2026-05-12T13:53:40.259" v="687" actId="478"/>
          <ac:spMkLst>
            <pc:docMk/>
            <pc:sldMk cId="0" sldId="258"/>
            <ac:spMk id="1112" creationId="{89243632-77BB-9531-6819-920B88499821}"/>
          </ac:spMkLst>
        </pc:spChg>
        <pc:spChg chg="del">
          <ac:chgData name="Vaccarelli Ornella" userId="647927c3-da92-4a07-8333-03c44b4a53f0" providerId="ADAL" clId="{A4DCA0CA-44DC-5791-9654-8EFF42E5DF6F}" dt="2026-05-12T13:53:34.029" v="684" actId="478"/>
          <ac:spMkLst>
            <pc:docMk/>
            <pc:sldMk cId="0" sldId="258"/>
            <ac:spMk id="1119" creationId="{185D5761-953C-7B6E-55F9-C1CA200C64FE}"/>
          </ac:spMkLst>
        </pc:spChg>
        <pc:spChg chg="del">
          <ac:chgData name="Vaccarelli Ornella" userId="647927c3-da92-4a07-8333-03c44b4a53f0" providerId="ADAL" clId="{A4DCA0CA-44DC-5791-9654-8EFF42E5DF6F}" dt="2026-05-12T13:53:32.331" v="683" actId="478"/>
          <ac:spMkLst>
            <pc:docMk/>
            <pc:sldMk cId="0" sldId="258"/>
            <ac:spMk id="1120" creationId="{C6A97C5B-A628-EFEE-2D32-B0149408B270}"/>
          </ac:spMkLst>
        </pc:spChg>
        <pc:spChg chg="del">
          <ac:chgData name="Vaccarelli Ornella" userId="647927c3-da92-4a07-8333-03c44b4a53f0" providerId="ADAL" clId="{A4DCA0CA-44DC-5791-9654-8EFF42E5DF6F}" dt="2026-05-12T13:53:35.498" v="685" actId="478"/>
          <ac:spMkLst>
            <pc:docMk/>
            <pc:sldMk cId="0" sldId="258"/>
            <ac:spMk id="1121" creationId="{3C9BB4BE-294A-E0C4-8BD7-DFD526401D0A}"/>
          </ac:spMkLst>
        </pc:spChg>
        <pc:spChg chg="del">
          <ac:chgData name="Vaccarelli Ornella" userId="647927c3-da92-4a07-8333-03c44b4a53f0" providerId="ADAL" clId="{A4DCA0CA-44DC-5791-9654-8EFF42E5DF6F}" dt="2026-05-12T13:53:30.384" v="682" actId="478"/>
          <ac:spMkLst>
            <pc:docMk/>
            <pc:sldMk cId="0" sldId="258"/>
            <ac:spMk id="1128" creationId="{479DB74A-2720-A683-F8CA-CBCCD0483954}"/>
          </ac:spMkLst>
        </pc:spChg>
        <pc:spChg chg="del">
          <ac:chgData name="Vaccarelli Ornella" userId="647927c3-da92-4a07-8333-03c44b4a53f0" providerId="ADAL" clId="{A4DCA0CA-44DC-5791-9654-8EFF42E5DF6F}" dt="2026-05-12T13:53:28.067" v="681" actId="478"/>
          <ac:spMkLst>
            <pc:docMk/>
            <pc:sldMk cId="0" sldId="258"/>
            <ac:spMk id="1129" creationId="{1A9FB1E2-DB03-B20A-48FB-76E516DB66DC}"/>
          </ac:spMkLst>
        </pc:spChg>
        <pc:spChg chg="del mod">
          <ac:chgData name="Vaccarelli Ornella" userId="647927c3-da92-4a07-8333-03c44b4a53f0" providerId="ADAL" clId="{A4DCA0CA-44DC-5791-9654-8EFF42E5DF6F}" dt="2026-05-12T13:53:23.487" v="680" actId="478"/>
          <ac:spMkLst>
            <pc:docMk/>
            <pc:sldMk cId="0" sldId="258"/>
            <ac:spMk id="1130" creationId="{785D9235-0EDF-A438-9919-894723A366A7}"/>
          </ac:spMkLst>
        </pc:spChg>
        <pc:spChg chg="mod">
          <ac:chgData name="Vaccarelli Ornella" userId="647927c3-da92-4a07-8333-03c44b4a53f0" providerId="ADAL" clId="{A4DCA0CA-44DC-5791-9654-8EFF42E5DF6F}" dt="2026-05-12T13:52:43.561" v="667"/>
          <ac:spMkLst>
            <pc:docMk/>
            <pc:sldMk cId="0" sldId="258"/>
            <ac:spMk id="1132" creationId="{CC754909-E257-90BA-895D-243728D7AF88}"/>
          </ac:spMkLst>
        </pc:spChg>
        <pc:spChg chg="mod">
          <ac:chgData name="Vaccarelli Ornella" userId="647927c3-da92-4a07-8333-03c44b4a53f0" providerId="ADAL" clId="{A4DCA0CA-44DC-5791-9654-8EFF42E5DF6F}" dt="2026-05-12T13:52:43.561" v="667"/>
          <ac:spMkLst>
            <pc:docMk/>
            <pc:sldMk cId="0" sldId="258"/>
            <ac:spMk id="1135" creationId="{12C775BD-A8EB-8B90-99A3-CF2079FA120C}"/>
          </ac:spMkLst>
        </pc:spChg>
        <pc:spChg chg="del mod">
          <ac:chgData name="Vaccarelli Ornella" userId="647927c3-da92-4a07-8333-03c44b4a53f0" providerId="ADAL" clId="{A4DCA0CA-44DC-5791-9654-8EFF42E5DF6F}" dt="2026-05-12T13:53:17.331" v="676" actId="478"/>
          <ac:spMkLst>
            <pc:docMk/>
            <pc:sldMk cId="0" sldId="258"/>
            <ac:spMk id="1137" creationId="{F1DE36EC-3CA9-2B9D-71DD-DC8D7ED97177}"/>
          </ac:spMkLst>
        </pc:spChg>
        <pc:spChg chg="del">
          <ac:chgData name="Vaccarelli Ornella" userId="647927c3-da92-4a07-8333-03c44b4a53f0" providerId="ADAL" clId="{A4DCA0CA-44DC-5791-9654-8EFF42E5DF6F}" dt="2026-05-12T13:53:19.070" v="677" actId="478"/>
          <ac:spMkLst>
            <pc:docMk/>
            <pc:sldMk cId="0" sldId="258"/>
            <ac:spMk id="1138" creationId="{EED279B0-3806-1B7D-198F-AD4F77305583}"/>
          </ac:spMkLst>
        </pc:spChg>
        <pc:spChg chg="del">
          <ac:chgData name="Vaccarelli Ornella" userId="647927c3-da92-4a07-8333-03c44b4a53f0" providerId="ADAL" clId="{A4DCA0CA-44DC-5791-9654-8EFF42E5DF6F}" dt="2026-05-12T13:53:20.298" v="678" actId="478"/>
          <ac:spMkLst>
            <pc:docMk/>
            <pc:sldMk cId="0" sldId="258"/>
            <ac:spMk id="1139" creationId="{E35E9A92-C424-B2C3-F1DA-E758228E9880}"/>
          </ac:spMkLst>
        </pc:spChg>
        <pc:spChg chg="mod">
          <ac:chgData name="Vaccarelli Ornella" userId="647927c3-da92-4a07-8333-03c44b4a53f0" providerId="ADAL" clId="{A4DCA0CA-44DC-5791-9654-8EFF42E5DF6F}" dt="2026-05-12T13:52:43.561" v="667"/>
          <ac:spMkLst>
            <pc:docMk/>
            <pc:sldMk cId="0" sldId="258"/>
            <ac:spMk id="1173" creationId="{599E9D31-9590-1E5B-BBF0-22F67702DFDC}"/>
          </ac:spMkLst>
        </pc:spChg>
        <pc:spChg chg="mod">
          <ac:chgData name="Vaccarelli Ornella" userId="647927c3-da92-4a07-8333-03c44b4a53f0" providerId="ADAL" clId="{A4DCA0CA-44DC-5791-9654-8EFF42E5DF6F}" dt="2026-05-12T13:52:43.561" v="667"/>
          <ac:spMkLst>
            <pc:docMk/>
            <pc:sldMk cId="0" sldId="258"/>
            <ac:spMk id="1174" creationId="{3A93A324-7BB2-B08F-F50F-DC7204520250}"/>
          </ac:spMkLst>
        </pc:spChg>
        <pc:spChg chg="mod">
          <ac:chgData name="Vaccarelli Ornella" userId="647927c3-da92-4a07-8333-03c44b4a53f0" providerId="ADAL" clId="{A4DCA0CA-44DC-5791-9654-8EFF42E5DF6F}" dt="2026-05-12T13:52:43.561" v="667"/>
          <ac:spMkLst>
            <pc:docMk/>
            <pc:sldMk cId="0" sldId="258"/>
            <ac:spMk id="1200" creationId="{45A35C87-6261-8235-A61D-0D70561C6590}"/>
          </ac:spMkLst>
        </pc:spChg>
        <pc:spChg chg="del topLvl">
          <ac:chgData name="Vaccarelli Ornella" userId="647927c3-da92-4a07-8333-03c44b4a53f0" providerId="ADAL" clId="{A4DCA0CA-44DC-5791-9654-8EFF42E5DF6F}" dt="2026-05-12T13:55:50.122" v="715" actId="478"/>
          <ac:spMkLst>
            <pc:docMk/>
            <pc:sldMk cId="0" sldId="258"/>
            <ac:spMk id="1202" creationId="{6ED0BA6C-2DE9-A8EF-7485-4B1B92ACB77F}"/>
          </ac:spMkLst>
        </pc:spChg>
        <pc:spChg chg="mod">
          <ac:chgData name="Vaccarelli Ornella" userId="647927c3-da92-4a07-8333-03c44b4a53f0" providerId="ADAL" clId="{A4DCA0CA-44DC-5791-9654-8EFF42E5DF6F}" dt="2026-05-12T13:52:43.561" v="667"/>
          <ac:spMkLst>
            <pc:docMk/>
            <pc:sldMk cId="0" sldId="258"/>
            <ac:spMk id="1213" creationId="{ED2E81F4-5B68-2662-9374-230CB1437437}"/>
          </ac:spMkLst>
        </pc:spChg>
        <pc:spChg chg="add mod">
          <ac:chgData name="Vaccarelli Ornella" userId="647927c3-da92-4a07-8333-03c44b4a53f0" providerId="ADAL" clId="{A4DCA0CA-44DC-5791-9654-8EFF42E5DF6F}" dt="2026-05-12T13:55:31.992" v="708" actId="1076"/>
          <ac:spMkLst>
            <pc:docMk/>
            <pc:sldMk cId="0" sldId="258"/>
            <ac:spMk id="1223" creationId="{FC45A0F4-82D2-B3A9-B04B-77CF2EF841D4}"/>
          </ac:spMkLst>
        </pc:spChg>
        <pc:grpChg chg="topLvl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27" creationId="{9996BC10-91CE-97E3-5790-BC68F694F8C8}"/>
          </ac:grpSpMkLst>
        </pc:grpChg>
        <pc:grpChg chg="topLvl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59" creationId="{293EDEE8-FF4B-B1E4-26D4-97B299277799}"/>
          </ac:grpSpMkLst>
        </pc:grpChg>
        <pc:grpChg chg="del">
          <ac:chgData name="Vaccarelli Ornella" userId="647927c3-da92-4a07-8333-03c44b4a53f0" providerId="ADAL" clId="{A4DCA0CA-44DC-5791-9654-8EFF42E5DF6F}" dt="2026-05-12T13:52:32.871" v="666" actId="478"/>
          <ac:grpSpMkLst>
            <pc:docMk/>
            <pc:sldMk cId="0" sldId="258"/>
            <ac:grpSpMk id="68" creationId="{DC73356B-9F98-8896-D0D0-8FA92DCD516C}"/>
          </ac:grpSpMkLst>
        </pc:grpChg>
        <pc:grpChg chg="topLvl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89" creationId="{A3334F1E-FAA3-AB8A-4BA7-91969B49356B}"/>
          </ac:grpSpMkLst>
        </pc:grpChg>
        <pc:grpChg chg="topLvl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98" creationId="{03892097-EB09-9317-9845-1A83908236E4}"/>
          </ac:grpSpMkLst>
        </pc:grpChg>
        <pc:grpChg chg="topLvl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107" creationId="{F8ECBBF0-4202-7F80-571E-0AFFF8FB6692}"/>
          </ac:grpSpMkLst>
        </pc:grpChg>
        <pc:grpChg chg="topLvl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112" creationId="{D8B94060-F000-2E59-7994-6BB5CFF85B97}"/>
          </ac:grpSpMkLst>
        </pc:grpChg>
        <pc:grpChg chg="topLvl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127" creationId="{0B158C69-E4FD-B056-C727-555DC27BA0DE}"/>
          </ac:grpSpMkLst>
        </pc:grpChg>
        <pc:grpChg chg="topLvl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1045" creationId="{EC706B44-EA32-233F-5D9E-C691FD7B0E71}"/>
          </ac:grpSpMkLst>
        </pc:grpChg>
        <pc:grpChg chg="topLvl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1060" creationId="{B074AEA8-7A02-BBDC-717A-91898AEA91ED}"/>
          </ac:grpSpMkLst>
        </pc:grpChg>
        <pc:grpChg chg="add del mod">
          <ac:chgData name="Vaccarelli Ornella" userId="647927c3-da92-4a07-8333-03c44b4a53f0" providerId="ADAL" clId="{A4DCA0CA-44DC-5791-9654-8EFF42E5DF6F}" dt="2026-05-12T13:52:20.834" v="664" actId="164"/>
          <ac:grpSpMkLst>
            <pc:docMk/>
            <pc:sldMk cId="0" sldId="258"/>
            <ac:grpSpMk id="1079" creationId="{551DFFEB-F30D-36FD-2885-9690644B378C}"/>
          </ac:grpSpMkLst>
        </pc:grpChg>
        <pc:grpChg chg="del topLvl">
          <ac:chgData name="Vaccarelli Ornella" userId="647927c3-da92-4a07-8333-03c44b4a53f0" providerId="ADAL" clId="{A4DCA0CA-44DC-5791-9654-8EFF42E5DF6F}" dt="2026-05-12T13:54:32.826" v="698" actId="478"/>
          <ac:grpSpMkLst>
            <pc:docMk/>
            <pc:sldMk cId="0" sldId="258"/>
            <ac:grpSpMk id="1080" creationId="{C3C6F7FE-A96A-3877-492E-6753A067940A}"/>
          </ac:grpSpMkLst>
        </pc:grpChg>
        <pc:grpChg chg="add del">
          <ac:chgData name="Vaccarelli Ornella" userId="647927c3-da92-4a07-8333-03c44b4a53f0" providerId="ADAL" clId="{A4DCA0CA-44DC-5791-9654-8EFF42E5DF6F}" dt="2026-05-12T13:53:52.407" v="690" actId="478"/>
          <ac:grpSpMkLst>
            <pc:docMk/>
            <pc:sldMk cId="0" sldId="258"/>
            <ac:grpSpMk id="1085" creationId="{67F3BEEB-7AA3-FDA6-030C-986F98271845}"/>
          </ac:grpSpMkLst>
        </pc:grpChg>
        <pc:grpChg chg="topLvl">
          <ac:chgData name="Vaccarelli Ornella" userId="647927c3-da92-4a07-8333-03c44b4a53f0" providerId="ADAL" clId="{A4DCA0CA-44DC-5791-9654-8EFF42E5DF6F}" dt="2026-05-12T13:54:29.847" v="697" actId="165"/>
          <ac:grpSpMkLst>
            <pc:docMk/>
            <pc:sldMk cId="0" sldId="258"/>
            <ac:grpSpMk id="1097" creationId="{A238EBE3-76F0-D582-AA7B-160CF5B9432A}"/>
          </ac:grpSpMkLst>
        </pc:grpChg>
        <pc:grpChg chg="mod topLvl">
          <ac:chgData name="Vaccarelli Ornella" userId="647927c3-da92-4a07-8333-03c44b4a53f0" providerId="ADAL" clId="{A4DCA0CA-44DC-5791-9654-8EFF42E5DF6F}" dt="2026-05-12T13:55:42.613" v="714" actId="1076"/>
          <ac:grpSpMkLst>
            <pc:docMk/>
            <pc:sldMk cId="0" sldId="258"/>
            <ac:grpSpMk id="1106" creationId="{1EA9772C-BB70-2189-A48A-06FF28A66D1C}"/>
          </ac:grpSpMkLst>
        </pc:grpChg>
        <pc:grpChg chg="topLvl">
          <ac:chgData name="Vaccarelli Ornella" userId="647927c3-da92-4a07-8333-03c44b4a53f0" providerId="ADAL" clId="{A4DCA0CA-44DC-5791-9654-8EFF42E5DF6F}" dt="2026-05-12T13:54:29.847" v="697" actId="165"/>
          <ac:grpSpMkLst>
            <pc:docMk/>
            <pc:sldMk cId="0" sldId="258"/>
            <ac:grpSpMk id="1133" creationId="{68E4E7E7-F54A-656D-6A08-17DA5CCC07F0}"/>
          </ac:grpSpMkLst>
        </pc:grpChg>
        <pc:grpChg chg="topLvl">
          <ac:chgData name="Vaccarelli Ornella" userId="647927c3-da92-4a07-8333-03c44b4a53f0" providerId="ADAL" clId="{A4DCA0CA-44DC-5791-9654-8EFF42E5DF6F}" dt="2026-05-12T13:54:29.847" v="697" actId="165"/>
          <ac:grpSpMkLst>
            <pc:docMk/>
            <pc:sldMk cId="0" sldId="258"/>
            <ac:grpSpMk id="1142" creationId="{2CBE3CB1-618C-F6F8-96C0-176E7BC30DA7}"/>
          </ac:grpSpMkLst>
        </pc:grpChg>
        <pc:grpChg chg="topLvl">
          <ac:chgData name="Vaccarelli Ornella" userId="647927c3-da92-4a07-8333-03c44b4a53f0" providerId="ADAL" clId="{A4DCA0CA-44DC-5791-9654-8EFF42E5DF6F}" dt="2026-05-12T13:54:29.847" v="697" actId="165"/>
          <ac:grpSpMkLst>
            <pc:docMk/>
            <pc:sldMk cId="0" sldId="258"/>
            <ac:grpSpMk id="1147" creationId="{BCC0A996-8BF9-814F-91FA-F74541D98465}"/>
          </ac:grpSpMkLst>
        </pc:grpChg>
        <pc:grpChg chg="topLvl">
          <ac:chgData name="Vaccarelli Ornella" userId="647927c3-da92-4a07-8333-03c44b4a53f0" providerId="ADAL" clId="{A4DCA0CA-44DC-5791-9654-8EFF42E5DF6F}" dt="2026-05-12T13:54:29.847" v="697" actId="165"/>
          <ac:grpSpMkLst>
            <pc:docMk/>
            <pc:sldMk cId="0" sldId="258"/>
            <ac:grpSpMk id="1162" creationId="{EB9EFC00-710F-507C-F879-B607D656A0BF}"/>
          </ac:grpSpMkLst>
        </pc:grpChg>
        <pc:grpChg chg="topLvl">
          <ac:chgData name="Vaccarelli Ornella" userId="647927c3-da92-4a07-8333-03c44b4a53f0" providerId="ADAL" clId="{A4DCA0CA-44DC-5791-9654-8EFF42E5DF6F}" dt="2026-05-12T13:54:29.847" v="697" actId="165"/>
          <ac:grpSpMkLst>
            <pc:docMk/>
            <pc:sldMk cId="0" sldId="258"/>
            <ac:grpSpMk id="1167" creationId="{6669DDBE-F25D-43D9-D92D-14A4EA66B49B}"/>
          </ac:grpSpMkLst>
        </pc:grpChg>
        <pc:grpChg chg="topLvl">
          <ac:chgData name="Vaccarelli Ornella" userId="647927c3-da92-4a07-8333-03c44b4a53f0" providerId="ADAL" clId="{A4DCA0CA-44DC-5791-9654-8EFF42E5DF6F}" dt="2026-05-12T13:54:29.847" v="697" actId="165"/>
          <ac:grpSpMkLst>
            <pc:docMk/>
            <pc:sldMk cId="0" sldId="258"/>
            <ac:grpSpMk id="1188" creationId="{7B383624-4134-90CC-F1EC-6C2DE330B8CD}"/>
          </ac:grpSpMkLst>
        </pc:grpChg>
        <pc:grpChg chg="add del">
          <ac:chgData name="Vaccarelli Ornella" userId="647927c3-da92-4a07-8333-03c44b4a53f0" providerId="ADAL" clId="{A4DCA0CA-44DC-5791-9654-8EFF42E5DF6F}" dt="2026-05-12T13:55:41.779" v="713" actId="478"/>
          <ac:grpSpMkLst>
            <pc:docMk/>
            <pc:sldMk cId="0" sldId="258"/>
            <ac:grpSpMk id="1203" creationId="{0FA93601-11C1-E00A-B49F-D3BFDAC9BF01}"/>
          </ac:grpSpMkLst>
        </pc:grpChg>
        <pc:grpChg chg="add del mod">
          <ac:chgData name="Vaccarelli Ornella" userId="647927c3-da92-4a07-8333-03c44b4a53f0" providerId="ADAL" clId="{A4DCA0CA-44DC-5791-9654-8EFF42E5DF6F}" dt="2026-05-12T13:53:10.050" v="673" actId="478"/>
          <ac:grpSpMkLst>
            <pc:docMk/>
            <pc:sldMk cId="0" sldId="258"/>
            <ac:grpSpMk id="1222" creationId="{917250C1-3B3C-D6C8-AB30-C53316EC3DC7}"/>
          </ac:grpSpMkLst>
        </pc:grpChg>
      </pc:sldChg>
      <pc:sldChg chg="addSp delSp modSp mod ord">
        <pc:chgData name="Vaccarelli Ornella" userId="647927c3-da92-4a07-8333-03c44b4a53f0" providerId="ADAL" clId="{A4DCA0CA-44DC-5791-9654-8EFF42E5DF6F}" dt="2026-05-12T14:29:50.601" v="1486" actId="20578"/>
        <pc:sldMkLst>
          <pc:docMk/>
          <pc:sldMk cId="0" sldId="268"/>
        </pc:sldMkLst>
        <pc:spChg chg="add mod">
          <ac:chgData name="Vaccarelli Ornella" userId="647927c3-da92-4a07-8333-03c44b4a53f0" providerId="ADAL" clId="{A4DCA0CA-44DC-5791-9654-8EFF42E5DF6F}" dt="2026-05-11T07:56:03.537" v="636" actId="1035"/>
          <ac:spMkLst>
            <pc:docMk/>
            <pc:sldMk cId="0" sldId="268"/>
            <ac:spMk id="3" creationId="{38A76CC3-49E0-AE43-6656-F1C6665CBFC6}"/>
          </ac:spMkLst>
        </pc:spChg>
        <pc:spChg chg="add mod">
          <ac:chgData name="Vaccarelli Ornella" userId="647927c3-da92-4a07-8333-03c44b4a53f0" providerId="ADAL" clId="{A4DCA0CA-44DC-5791-9654-8EFF42E5DF6F}" dt="2026-05-11T07:56:07.309" v="641" actId="1036"/>
          <ac:spMkLst>
            <pc:docMk/>
            <pc:sldMk cId="0" sldId="268"/>
            <ac:spMk id="4" creationId="{A660153F-74B1-D90E-8045-77DAF8298984}"/>
          </ac:spMkLst>
        </pc:spChg>
        <pc:spChg chg="mod">
          <ac:chgData name="Vaccarelli Ornella" userId="647927c3-da92-4a07-8333-03c44b4a53f0" providerId="ADAL" clId="{A4DCA0CA-44DC-5791-9654-8EFF42E5DF6F}" dt="2026-05-11T07:42:54.389" v="11" actId="20577"/>
          <ac:spMkLst>
            <pc:docMk/>
            <pc:sldMk cId="0" sldId="268"/>
            <ac:spMk id="6" creationId="{00000000-0000-0000-0000-000000000000}"/>
          </ac:spMkLst>
        </pc:spChg>
        <pc:spChg chg="add mod">
          <ac:chgData name="Vaccarelli Ornella" userId="647927c3-da92-4a07-8333-03c44b4a53f0" providerId="ADAL" clId="{A4DCA0CA-44DC-5791-9654-8EFF42E5DF6F}" dt="2026-05-11T07:56:03.537" v="636" actId="1035"/>
          <ac:spMkLst>
            <pc:docMk/>
            <pc:sldMk cId="0" sldId="268"/>
            <ac:spMk id="7" creationId="{0AB78765-B8E5-8D58-E9EB-62E8D300050C}"/>
          </ac:spMkLst>
        </pc:spChg>
        <pc:spChg chg="add mod">
          <ac:chgData name="Vaccarelli Ornella" userId="647927c3-da92-4a07-8333-03c44b4a53f0" providerId="ADAL" clId="{A4DCA0CA-44DC-5791-9654-8EFF42E5DF6F}" dt="2026-05-11T07:56:07.309" v="641" actId="1036"/>
          <ac:spMkLst>
            <pc:docMk/>
            <pc:sldMk cId="0" sldId="268"/>
            <ac:spMk id="8" creationId="{F2E3175F-D191-4C3E-F771-B0755DC9F05A}"/>
          </ac:spMkLst>
        </pc:spChg>
        <pc:spChg chg="add mod">
          <ac:chgData name="Vaccarelli Ornella" userId="647927c3-da92-4a07-8333-03c44b4a53f0" providerId="ADAL" clId="{A4DCA0CA-44DC-5791-9654-8EFF42E5DF6F}" dt="2026-05-11T07:56:03.537" v="636" actId="1035"/>
          <ac:spMkLst>
            <pc:docMk/>
            <pc:sldMk cId="0" sldId="268"/>
            <ac:spMk id="9" creationId="{0DF6F734-98E5-59B1-A893-7E3C95497F05}"/>
          </ac:spMkLst>
        </pc:spChg>
        <pc:spChg chg="mod">
          <ac:chgData name="Vaccarelli Ornella" userId="647927c3-da92-4a07-8333-03c44b4a53f0" providerId="ADAL" clId="{A4DCA0CA-44DC-5791-9654-8EFF42E5DF6F}" dt="2026-05-11T07:55:56.456" v="618" actId="14100"/>
          <ac:spMkLst>
            <pc:docMk/>
            <pc:sldMk cId="0" sldId="268"/>
            <ac:spMk id="91" creationId="{53FE65C1-6FAE-6588-C37F-573D86877587}"/>
          </ac:spMkLst>
        </pc:spChg>
        <pc:spChg chg="mod">
          <ac:chgData name="Vaccarelli Ornella" userId="647927c3-da92-4a07-8333-03c44b4a53f0" providerId="ADAL" clId="{A4DCA0CA-44DC-5791-9654-8EFF42E5DF6F}" dt="2026-05-11T07:55:29.473" v="616" actId="1035"/>
          <ac:spMkLst>
            <pc:docMk/>
            <pc:sldMk cId="0" sldId="268"/>
            <ac:spMk id="98" creationId="{CEC64536-222A-BD03-0023-9AFB7EBDC548}"/>
          </ac:spMkLst>
        </pc:spChg>
        <pc:spChg chg="mod">
          <ac:chgData name="Vaccarelli Ornella" userId="647927c3-da92-4a07-8333-03c44b4a53f0" providerId="ADAL" clId="{A4DCA0CA-44DC-5791-9654-8EFF42E5DF6F}" dt="2026-05-11T07:56:07.309" v="641" actId="1036"/>
          <ac:spMkLst>
            <pc:docMk/>
            <pc:sldMk cId="0" sldId="268"/>
            <ac:spMk id="105" creationId="{B89E2314-927D-CB4A-9005-3E737D89E3C1}"/>
          </ac:spMkLst>
        </pc:spChg>
      </pc:sldChg>
      <pc:sldChg chg="addSp delSp modSp mod ord">
        <pc:chgData name="Vaccarelli Ornella" userId="647927c3-da92-4a07-8333-03c44b4a53f0" providerId="ADAL" clId="{A4DCA0CA-44DC-5791-9654-8EFF42E5DF6F}" dt="2026-05-11T07:57:06.905" v="657" actId="20577"/>
        <pc:sldMkLst>
          <pc:docMk/>
          <pc:sldMk cId="1401896590" sldId="280"/>
        </pc:sldMkLst>
        <pc:spChg chg="add mod">
          <ac:chgData name="Vaccarelli Ornella" userId="647927c3-da92-4a07-8333-03c44b4a53f0" providerId="ADAL" clId="{A4DCA0CA-44DC-5791-9654-8EFF42E5DF6F}" dt="2026-05-11T07:56:49.003" v="646"/>
          <ac:spMkLst>
            <pc:docMk/>
            <pc:sldMk cId="1401896590" sldId="280"/>
            <ac:spMk id="3" creationId="{171293F4-94E5-F98E-A554-43C4AEF6469B}"/>
          </ac:spMkLst>
        </pc:spChg>
        <pc:spChg chg="mod">
          <ac:chgData name="Vaccarelli Ornella" userId="647927c3-da92-4a07-8333-03c44b4a53f0" providerId="ADAL" clId="{A4DCA0CA-44DC-5791-9654-8EFF42E5DF6F}" dt="2026-05-11T07:57:06.905" v="657" actId="20577"/>
          <ac:spMkLst>
            <pc:docMk/>
            <pc:sldMk cId="1401896590" sldId="280"/>
            <ac:spMk id="5" creationId="{2AFBD25D-F1B4-572B-ED02-75E274CDE53D}"/>
          </ac:spMkLst>
        </pc:spChg>
        <pc:spChg chg="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7" creationId="{0C20FA39-8AED-ECD2-9B2C-5F8BFB742400}"/>
          </ac:spMkLst>
        </pc:spChg>
        <pc:spChg chg="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12" creationId="{3F79D768-42FB-21AB-3833-670B0AC9D813}"/>
          </ac:spMkLst>
        </pc:spChg>
        <pc:spChg chg="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14" creationId="{C6811EED-A12B-C4D5-5B2D-A5F14C5BB795}"/>
          </ac:spMkLst>
        </pc:spChg>
        <pc:spChg chg="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15" creationId="{0299ABDE-738E-CBBD-0F71-E8AC4D6A7288}"/>
          </ac:spMkLst>
        </pc:spChg>
        <pc:spChg chg="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16" creationId="{378C1CCC-92EC-11E1-5394-2E7A3464C259}"/>
          </ac:spMkLst>
        </pc:spChg>
        <pc:spChg chg="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18" creationId="{04106F3E-0C10-0DF9-999F-97A0FD5B21E7}"/>
          </ac:spMkLst>
        </pc:spChg>
        <pc:spChg chg="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19" creationId="{C606B900-53CD-C2EF-E227-D7F94C6EF047}"/>
          </ac:spMkLst>
        </pc:spChg>
        <pc:spChg chg="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22" creationId="{0D20232F-5EC9-403C-08CB-EE298BFF2049}"/>
          </ac:spMkLst>
        </pc:spChg>
        <pc:spChg chg="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24" creationId="{4A3D7A4E-E1AB-D54D-17D6-52AA5FA67533}"/>
          </ac:spMkLst>
        </pc:spChg>
        <pc:spChg chg="add mod">
          <ac:chgData name="Vaccarelli Ornella" userId="647927c3-da92-4a07-8333-03c44b4a53f0" providerId="ADAL" clId="{A4DCA0CA-44DC-5791-9654-8EFF42E5DF6F}" dt="2026-05-11T07:56:58.452" v="647"/>
          <ac:spMkLst>
            <pc:docMk/>
            <pc:sldMk cId="1401896590" sldId="280"/>
            <ac:spMk id="25" creationId="{D773D870-7CF3-F4AD-C968-6BD0A5BB9899}"/>
          </ac:spMkLst>
        </pc:spChg>
      </pc:sldChg>
      <pc:sldChg chg="addSp delSp modSp new mod ord">
        <pc:chgData name="Vaccarelli Ornella" userId="647927c3-da92-4a07-8333-03c44b4a53f0" providerId="ADAL" clId="{A4DCA0CA-44DC-5791-9654-8EFF42E5DF6F}" dt="2026-05-12T14:32:06.354" v="1550" actId="1076"/>
        <pc:sldMkLst>
          <pc:docMk/>
          <pc:sldMk cId="3924812798" sldId="282"/>
        </pc:sldMkLst>
        <pc:spChg chg="add del mod">
          <ac:chgData name="Vaccarelli Ornella" userId="647927c3-da92-4a07-8333-03c44b4a53f0" providerId="ADAL" clId="{A4DCA0CA-44DC-5791-9654-8EFF42E5DF6F}" dt="2026-05-12T14:28:32.704" v="1473" actId="478"/>
          <ac:spMkLst>
            <pc:docMk/>
            <pc:sldMk cId="3924812798" sldId="282"/>
            <ac:spMk id="2" creationId="{B191DF64-4B54-662A-7A24-CDF5A011BF9C}"/>
          </ac:spMkLst>
        </pc:spChg>
        <pc:spChg chg="add del mod">
          <ac:chgData name="Vaccarelli Ornella" userId="647927c3-da92-4a07-8333-03c44b4a53f0" providerId="ADAL" clId="{A4DCA0CA-44DC-5791-9654-8EFF42E5DF6F}" dt="2026-05-12T14:28:32.704" v="1473" actId="478"/>
          <ac:spMkLst>
            <pc:docMk/>
            <pc:sldMk cId="3924812798" sldId="282"/>
            <ac:spMk id="3" creationId="{7758D827-2D02-9B0A-6A64-5EE56DD0A24B}"/>
          </ac:spMkLst>
        </pc:spChg>
        <pc:spChg chg="add del mod">
          <ac:chgData name="Vaccarelli Ornella" userId="647927c3-da92-4a07-8333-03c44b4a53f0" providerId="ADAL" clId="{A4DCA0CA-44DC-5791-9654-8EFF42E5DF6F}" dt="2026-05-12T14:28:32.704" v="1473" actId="478"/>
          <ac:spMkLst>
            <pc:docMk/>
            <pc:sldMk cId="3924812798" sldId="282"/>
            <ac:spMk id="4" creationId="{3E771555-FAC0-B0BA-F2E6-AA58C4DD8068}"/>
          </ac:spMkLst>
        </pc:spChg>
        <pc:spChg chg="add del mod">
          <ac:chgData name="Vaccarelli Ornella" userId="647927c3-da92-4a07-8333-03c44b4a53f0" providerId="ADAL" clId="{A4DCA0CA-44DC-5791-9654-8EFF42E5DF6F}" dt="2026-05-12T14:28:32.704" v="1473" actId="478"/>
          <ac:spMkLst>
            <pc:docMk/>
            <pc:sldMk cId="3924812798" sldId="282"/>
            <ac:spMk id="5" creationId="{39D03890-9182-8CD1-7F34-98CBBA25E2BE}"/>
          </ac:spMkLst>
        </pc:spChg>
        <pc:spChg chg="add mod">
          <ac:chgData name="Vaccarelli Ornella" userId="647927c3-da92-4a07-8333-03c44b4a53f0" providerId="ADAL" clId="{A4DCA0CA-44DC-5791-9654-8EFF42E5DF6F}" dt="2026-05-12T14:31:27.214" v="1520" actId="20577"/>
          <ac:spMkLst>
            <pc:docMk/>
            <pc:sldMk cId="3924812798" sldId="282"/>
            <ac:spMk id="6" creationId="{9382BCB1-7C4A-B0CA-5279-B90EA2C61DA2}"/>
          </ac:spMkLst>
        </pc:spChg>
        <pc:spChg chg="add mod">
          <ac:chgData name="Vaccarelli Ornella" userId="647927c3-da92-4a07-8333-03c44b4a53f0" providerId="ADAL" clId="{A4DCA0CA-44DC-5791-9654-8EFF42E5DF6F}" dt="2026-05-12T14:00:52.401" v="854"/>
          <ac:spMkLst>
            <pc:docMk/>
            <pc:sldMk cId="3924812798" sldId="282"/>
            <ac:spMk id="7" creationId="{D8BD4DC0-B35B-B524-EE48-8367FD74D609}"/>
          </ac:spMkLst>
        </pc:spChg>
        <pc:spChg chg="add del mod">
          <ac:chgData name="Vaccarelli Ornella" userId="647927c3-da92-4a07-8333-03c44b4a53f0" providerId="ADAL" clId="{A4DCA0CA-44DC-5791-9654-8EFF42E5DF6F}" dt="2026-05-12T14:03:01.691" v="930" actId="478"/>
          <ac:spMkLst>
            <pc:docMk/>
            <pc:sldMk cId="3924812798" sldId="282"/>
            <ac:spMk id="8" creationId="{6D38CCDF-26C5-BCAA-57D2-75DFE78FCFD8}"/>
          </ac:spMkLst>
        </pc:spChg>
        <pc:spChg chg="add del mod">
          <ac:chgData name="Vaccarelli Ornella" userId="647927c3-da92-4a07-8333-03c44b4a53f0" providerId="ADAL" clId="{A4DCA0CA-44DC-5791-9654-8EFF42E5DF6F}" dt="2026-05-12T14:12:54.293" v="1135" actId="478"/>
          <ac:spMkLst>
            <pc:docMk/>
            <pc:sldMk cId="3924812798" sldId="282"/>
            <ac:spMk id="9" creationId="{12AD5536-F8D3-3CFF-BCEA-ADAB7C41E791}"/>
          </ac:spMkLst>
        </pc:spChg>
        <pc:spChg chg="add del mod">
          <ac:chgData name="Vaccarelli Ornella" userId="647927c3-da92-4a07-8333-03c44b4a53f0" providerId="ADAL" clId="{A4DCA0CA-44DC-5791-9654-8EFF42E5DF6F}" dt="2026-05-12T14:16:55.508" v="1237" actId="478"/>
          <ac:spMkLst>
            <pc:docMk/>
            <pc:sldMk cId="3924812798" sldId="282"/>
            <ac:spMk id="10" creationId="{2317305E-5F03-F1D6-E066-BA9FFE357DF3}"/>
          </ac:spMkLst>
        </pc:spChg>
        <pc:spChg chg="add mod">
          <ac:chgData name="Vaccarelli Ornella" userId="647927c3-da92-4a07-8333-03c44b4a53f0" providerId="ADAL" clId="{A4DCA0CA-44DC-5791-9654-8EFF42E5DF6F}" dt="2026-05-12T14:31:54.602" v="1531" actId="1076"/>
          <ac:spMkLst>
            <pc:docMk/>
            <pc:sldMk cId="3924812798" sldId="282"/>
            <ac:spMk id="11" creationId="{04986C70-83D1-570B-2B78-44CD15628289}"/>
          </ac:spMkLst>
        </pc:spChg>
        <pc:spChg chg="add">
          <ac:chgData name="Vaccarelli Ornella" userId="647927c3-da92-4a07-8333-03c44b4a53f0" providerId="ADAL" clId="{A4DCA0CA-44DC-5791-9654-8EFF42E5DF6F}" dt="2026-05-12T14:15:14.169" v="1139"/>
          <ac:spMkLst>
            <pc:docMk/>
            <pc:sldMk cId="3924812798" sldId="282"/>
            <ac:spMk id="12" creationId="{3C50DDF3-7970-EEA9-BCC4-046410964C9E}"/>
          </ac:spMkLst>
        </pc:spChg>
        <pc:spChg chg="add">
          <ac:chgData name="Vaccarelli Ornella" userId="647927c3-da92-4a07-8333-03c44b4a53f0" providerId="ADAL" clId="{A4DCA0CA-44DC-5791-9654-8EFF42E5DF6F}" dt="2026-05-12T14:15:25.337" v="1140"/>
          <ac:spMkLst>
            <pc:docMk/>
            <pc:sldMk cId="3924812798" sldId="282"/>
            <ac:spMk id="13" creationId="{015F533D-4E66-91F8-CC7E-16A01930DEFB}"/>
          </ac:spMkLst>
        </pc:spChg>
        <pc:spChg chg="add">
          <ac:chgData name="Vaccarelli Ornella" userId="647927c3-da92-4a07-8333-03c44b4a53f0" providerId="ADAL" clId="{A4DCA0CA-44DC-5791-9654-8EFF42E5DF6F}" dt="2026-05-12T14:15:34.641" v="1141"/>
          <ac:spMkLst>
            <pc:docMk/>
            <pc:sldMk cId="3924812798" sldId="282"/>
            <ac:spMk id="14" creationId="{CE4E88AA-C68B-642D-9285-BEA91AB8C74C}"/>
          </ac:spMkLst>
        </pc:spChg>
        <pc:spChg chg="mod">
          <ac:chgData name="Vaccarelli Ornella" userId="647927c3-da92-4a07-8333-03c44b4a53f0" providerId="ADAL" clId="{A4DCA0CA-44DC-5791-9654-8EFF42E5DF6F}" dt="2026-05-12T14:17:47.861" v="1254"/>
          <ac:spMkLst>
            <pc:docMk/>
            <pc:sldMk cId="3924812798" sldId="282"/>
            <ac:spMk id="16" creationId="{8B87EF48-5F66-451D-B154-B2D0DD4FA553}"/>
          </ac:spMkLst>
        </pc:spChg>
        <pc:spChg chg="mod">
          <ac:chgData name="Vaccarelli Ornella" userId="647927c3-da92-4a07-8333-03c44b4a53f0" providerId="ADAL" clId="{A4DCA0CA-44DC-5791-9654-8EFF42E5DF6F}" dt="2026-05-12T14:17:47.861" v="1254"/>
          <ac:spMkLst>
            <pc:docMk/>
            <pc:sldMk cId="3924812798" sldId="282"/>
            <ac:spMk id="18" creationId="{C74C2C0E-BDAF-ABDE-C421-9DDBB9D37797}"/>
          </ac:spMkLst>
        </pc:spChg>
        <pc:spChg chg="mod">
          <ac:chgData name="Vaccarelli Ornella" userId="647927c3-da92-4a07-8333-03c44b4a53f0" providerId="ADAL" clId="{A4DCA0CA-44DC-5791-9654-8EFF42E5DF6F}" dt="2026-05-12T14:17:47.861" v="1254"/>
          <ac:spMkLst>
            <pc:docMk/>
            <pc:sldMk cId="3924812798" sldId="282"/>
            <ac:spMk id="19" creationId="{74334CAF-E802-31F8-3C97-A2904799C21F}"/>
          </ac:spMkLst>
        </pc:spChg>
        <pc:spChg chg="mod">
          <ac:chgData name="Vaccarelli Ornella" userId="647927c3-da92-4a07-8333-03c44b4a53f0" providerId="ADAL" clId="{A4DCA0CA-44DC-5791-9654-8EFF42E5DF6F}" dt="2026-05-12T14:17:47.861" v="1254"/>
          <ac:spMkLst>
            <pc:docMk/>
            <pc:sldMk cId="3924812798" sldId="282"/>
            <ac:spMk id="20" creationId="{3EE71488-8BAD-AE85-F420-657C9B411F0D}"/>
          </ac:spMkLst>
        </pc:spChg>
        <pc:spChg chg="mod">
          <ac:chgData name="Vaccarelli Ornella" userId="647927c3-da92-4a07-8333-03c44b4a53f0" providerId="ADAL" clId="{A4DCA0CA-44DC-5791-9654-8EFF42E5DF6F}" dt="2026-05-12T14:17:47.861" v="1254"/>
          <ac:spMkLst>
            <pc:docMk/>
            <pc:sldMk cId="3924812798" sldId="282"/>
            <ac:spMk id="21" creationId="{D729F02B-BFC0-F5D1-412B-C7A1E236F35E}"/>
          </ac:spMkLst>
        </pc:spChg>
        <pc:spChg chg="add mod">
          <ac:chgData name="Vaccarelli Ornella" userId="647927c3-da92-4a07-8333-03c44b4a53f0" providerId="ADAL" clId="{A4DCA0CA-44DC-5791-9654-8EFF42E5DF6F}" dt="2026-05-12T14:32:01.146" v="1549" actId="1035"/>
          <ac:spMkLst>
            <pc:docMk/>
            <pc:sldMk cId="3924812798" sldId="282"/>
            <ac:spMk id="25" creationId="{6335553D-079F-B041-0991-FC2B81E050AB}"/>
          </ac:spMkLst>
        </pc:spChg>
        <pc:spChg chg="add mod">
          <ac:chgData name="Vaccarelli Ornella" userId="647927c3-da92-4a07-8333-03c44b4a53f0" providerId="ADAL" clId="{A4DCA0CA-44DC-5791-9654-8EFF42E5DF6F}" dt="2026-05-12T14:32:01.146" v="1549" actId="1035"/>
          <ac:spMkLst>
            <pc:docMk/>
            <pc:sldMk cId="3924812798" sldId="282"/>
            <ac:spMk id="26" creationId="{EAE482D0-7F69-98AB-9780-A00FA9DA238B}"/>
          </ac:spMkLst>
        </pc:spChg>
        <pc:spChg chg="add mod">
          <ac:chgData name="Vaccarelli Ornella" userId="647927c3-da92-4a07-8333-03c44b4a53f0" providerId="ADAL" clId="{A4DCA0CA-44DC-5791-9654-8EFF42E5DF6F}" dt="2026-05-12T14:32:01.146" v="1549" actId="1035"/>
          <ac:spMkLst>
            <pc:docMk/>
            <pc:sldMk cId="3924812798" sldId="282"/>
            <ac:spMk id="27" creationId="{73249903-B864-981D-7A45-2F4F461B0944}"/>
          </ac:spMkLst>
        </pc:spChg>
        <pc:spChg chg="add mod">
          <ac:chgData name="Vaccarelli Ornella" userId="647927c3-da92-4a07-8333-03c44b4a53f0" providerId="ADAL" clId="{A4DCA0CA-44DC-5791-9654-8EFF42E5DF6F}" dt="2026-05-12T14:32:01.146" v="1549" actId="1035"/>
          <ac:spMkLst>
            <pc:docMk/>
            <pc:sldMk cId="3924812798" sldId="282"/>
            <ac:spMk id="28" creationId="{445F71F8-A6FD-F5D2-CEA4-924A1387868C}"/>
          </ac:spMkLst>
        </pc:spChg>
        <pc:grpChg chg="add mod">
          <ac:chgData name="Vaccarelli Ornella" userId="647927c3-da92-4a07-8333-03c44b4a53f0" providerId="ADAL" clId="{A4DCA0CA-44DC-5791-9654-8EFF42E5DF6F}" dt="2026-05-12T14:17:47.861" v="1254"/>
          <ac:grpSpMkLst>
            <pc:docMk/>
            <pc:sldMk cId="3924812798" sldId="282"/>
            <ac:grpSpMk id="15" creationId="{E53BDF2E-E0E8-586B-6DB3-3C588B42E57F}"/>
          </ac:grpSpMkLst>
        </pc:grpChg>
        <pc:grpChg chg="mod">
          <ac:chgData name="Vaccarelli Ornella" userId="647927c3-da92-4a07-8333-03c44b4a53f0" providerId="ADAL" clId="{A4DCA0CA-44DC-5791-9654-8EFF42E5DF6F}" dt="2026-05-12T14:17:47.861" v="1254"/>
          <ac:grpSpMkLst>
            <pc:docMk/>
            <pc:sldMk cId="3924812798" sldId="282"/>
            <ac:grpSpMk id="17" creationId="{A2CAFBF8-727B-F42E-0E03-E0B76ACCF458}"/>
          </ac:grpSpMkLst>
        </pc:grpChg>
        <pc:picChg chg="add mod">
          <ac:chgData name="Vaccarelli Ornella" userId="647927c3-da92-4a07-8333-03c44b4a53f0" providerId="ADAL" clId="{A4DCA0CA-44DC-5791-9654-8EFF42E5DF6F}" dt="2026-05-12T14:32:01.146" v="1549" actId="1035"/>
          <ac:picMkLst>
            <pc:docMk/>
            <pc:sldMk cId="3924812798" sldId="282"/>
            <ac:picMk id="22" creationId="{DD6DFC1D-2832-1A48-140A-FDF54BE44EDF}"/>
          </ac:picMkLst>
        </pc:picChg>
        <pc:picChg chg="add mod">
          <ac:chgData name="Vaccarelli Ornella" userId="647927c3-da92-4a07-8333-03c44b4a53f0" providerId="ADAL" clId="{A4DCA0CA-44DC-5791-9654-8EFF42E5DF6F}" dt="2026-05-12T14:32:01.146" v="1549" actId="1035"/>
          <ac:picMkLst>
            <pc:docMk/>
            <pc:sldMk cId="3924812798" sldId="282"/>
            <ac:picMk id="23" creationId="{B76AA156-BA97-2780-F31A-7485051CDE47}"/>
          </ac:picMkLst>
        </pc:picChg>
        <pc:picChg chg="add mod">
          <ac:chgData name="Vaccarelli Ornella" userId="647927c3-da92-4a07-8333-03c44b4a53f0" providerId="ADAL" clId="{A4DCA0CA-44DC-5791-9654-8EFF42E5DF6F}" dt="2026-05-12T14:32:01.146" v="1549" actId="1035"/>
          <ac:picMkLst>
            <pc:docMk/>
            <pc:sldMk cId="3924812798" sldId="282"/>
            <ac:picMk id="24" creationId="{4E23B799-C4C6-4884-7C15-B89614502E63}"/>
          </ac:picMkLst>
        </pc:picChg>
        <pc:picChg chg="add mod">
          <ac:chgData name="Vaccarelli Ornella" userId="647927c3-da92-4a07-8333-03c44b4a53f0" providerId="ADAL" clId="{A4DCA0CA-44DC-5791-9654-8EFF42E5DF6F}" dt="2026-05-12T14:32:01.146" v="1549" actId="1035"/>
          <ac:picMkLst>
            <pc:docMk/>
            <pc:sldMk cId="3924812798" sldId="282"/>
            <ac:picMk id="29" creationId="{F21ABDF8-D880-099E-E78C-FC8073691B41}"/>
          </ac:picMkLst>
        </pc:picChg>
        <pc:picChg chg="add del mod">
          <ac:chgData name="Vaccarelli Ornella" userId="647927c3-da92-4a07-8333-03c44b4a53f0" providerId="ADAL" clId="{A4DCA0CA-44DC-5791-9654-8EFF42E5DF6F}" dt="2026-05-12T14:28:32.704" v="1473" actId="478"/>
          <ac:picMkLst>
            <pc:docMk/>
            <pc:sldMk cId="3924812798" sldId="282"/>
            <ac:picMk id="1026" creationId="{DE3E3F79-0E92-5606-FB6F-67CA007F2F46}"/>
          </ac:picMkLst>
        </pc:picChg>
        <pc:picChg chg="add del mod">
          <ac:chgData name="Vaccarelli Ornella" userId="647927c3-da92-4a07-8333-03c44b4a53f0" providerId="ADAL" clId="{A4DCA0CA-44DC-5791-9654-8EFF42E5DF6F}" dt="2026-05-12T14:28:32.704" v="1473" actId="478"/>
          <ac:picMkLst>
            <pc:docMk/>
            <pc:sldMk cId="3924812798" sldId="282"/>
            <ac:picMk id="1028" creationId="{B88D58B7-B55D-39B6-2359-59F653A86740}"/>
          </ac:picMkLst>
        </pc:picChg>
        <pc:picChg chg="add del mod">
          <ac:chgData name="Vaccarelli Ornella" userId="647927c3-da92-4a07-8333-03c44b4a53f0" providerId="ADAL" clId="{A4DCA0CA-44DC-5791-9654-8EFF42E5DF6F}" dt="2026-05-12T14:28:32.704" v="1473" actId="478"/>
          <ac:picMkLst>
            <pc:docMk/>
            <pc:sldMk cId="3924812798" sldId="282"/>
            <ac:picMk id="1030" creationId="{526E43A8-20E4-2002-D93D-352C2406F72E}"/>
          </ac:picMkLst>
        </pc:picChg>
        <pc:picChg chg="add mod">
          <ac:chgData name="Vaccarelli Ornella" userId="647927c3-da92-4a07-8333-03c44b4a53f0" providerId="ADAL" clId="{A4DCA0CA-44DC-5791-9654-8EFF42E5DF6F}" dt="2026-05-12T14:32:06.354" v="1550" actId="1076"/>
          <ac:picMkLst>
            <pc:docMk/>
            <pc:sldMk cId="3924812798" sldId="282"/>
            <ac:picMk id="1032" creationId="{6D4727DB-6D55-E072-7ECC-B4AE7F893A62}"/>
          </ac:picMkLst>
        </pc:picChg>
      </pc:sldChg>
      <pc:sldChg chg="addSp delSp modSp add mod ord setBg">
        <pc:chgData name="Vaccarelli Ornella" userId="647927c3-da92-4a07-8333-03c44b4a53f0" providerId="ADAL" clId="{A4DCA0CA-44DC-5791-9654-8EFF42E5DF6F}" dt="2026-05-12T14:28:16.656" v="1472" actId="207"/>
        <pc:sldMkLst>
          <pc:docMk/>
          <pc:sldMk cId="4092499933" sldId="283"/>
        </pc:sldMkLst>
        <pc:spChg chg="add del mod">
          <ac:chgData name="Vaccarelli Ornella" userId="647927c3-da92-4a07-8333-03c44b4a53f0" providerId="ADAL" clId="{A4DCA0CA-44DC-5791-9654-8EFF42E5DF6F}" dt="2026-05-12T14:28:16.656" v="1472" actId="207"/>
          <ac:spMkLst>
            <pc:docMk/>
            <pc:sldMk cId="4092499933" sldId="283"/>
            <ac:spMk id="3" creationId="{D0827D12-52ED-8B17-D822-BBB4825C937C}"/>
          </ac:spMkLst>
        </pc:spChg>
        <pc:spChg chg="mod">
          <ac:chgData name="Vaccarelli Ornella" userId="647927c3-da92-4a07-8333-03c44b4a53f0" providerId="ADAL" clId="{A4DCA0CA-44DC-5791-9654-8EFF42E5DF6F}" dt="2026-05-12T14:21:54.421" v="1331" actId="1035"/>
          <ac:spMkLst>
            <pc:docMk/>
            <pc:sldMk cId="4092499933" sldId="283"/>
            <ac:spMk id="4" creationId="{3242FA0E-3385-6A3E-9815-4DF7808C1129}"/>
          </ac:spMkLst>
        </pc:spChg>
        <pc:spChg chg="mod">
          <ac:chgData name="Vaccarelli Ornella" userId="647927c3-da92-4a07-8333-03c44b4a53f0" providerId="ADAL" clId="{A4DCA0CA-44DC-5791-9654-8EFF42E5DF6F}" dt="2026-05-12T14:21:54.421" v="1331" actId="1035"/>
          <ac:spMkLst>
            <pc:docMk/>
            <pc:sldMk cId="4092499933" sldId="283"/>
            <ac:spMk id="5" creationId="{7B9AC7D7-1575-E774-5911-4199DE4AAEA7}"/>
          </ac:spMkLst>
        </pc:spChg>
        <pc:spChg chg="mod">
          <ac:chgData name="Vaccarelli Ornella" userId="647927c3-da92-4a07-8333-03c44b4a53f0" providerId="ADAL" clId="{A4DCA0CA-44DC-5791-9654-8EFF42E5DF6F}" dt="2026-05-12T14:28:12.299" v="1471" actId="1076"/>
          <ac:spMkLst>
            <pc:docMk/>
            <pc:sldMk cId="4092499933" sldId="283"/>
            <ac:spMk id="6" creationId="{215ADDE0-67CF-E96D-293D-9ACDB8BCBD10}"/>
          </ac:spMkLst>
        </pc:spChg>
        <pc:spChg chg="mod">
          <ac:chgData name="Vaccarelli Ornella" userId="647927c3-da92-4a07-8333-03c44b4a53f0" providerId="ADAL" clId="{A4DCA0CA-44DC-5791-9654-8EFF42E5DF6F}" dt="2026-05-12T14:21:19.619" v="1316"/>
          <ac:spMkLst>
            <pc:docMk/>
            <pc:sldMk cId="4092499933" sldId="283"/>
            <ac:spMk id="7" creationId="{57DF5160-C0D0-F273-A92A-2109CA21ACA6}"/>
          </ac:spMkLst>
        </pc:spChg>
        <pc:spChg chg="mod">
          <ac:chgData name="Vaccarelli Ornella" userId="647927c3-da92-4a07-8333-03c44b4a53f0" providerId="ADAL" clId="{A4DCA0CA-44DC-5791-9654-8EFF42E5DF6F}" dt="2026-05-12T14:21:19.619" v="1316"/>
          <ac:spMkLst>
            <pc:docMk/>
            <pc:sldMk cId="4092499933" sldId="283"/>
            <ac:spMk id="9" creationId="{CA4F5CA9-2178-FC30-3956-CBA5A05B148D}"/>
          </ac:spMkLst>
        </pc:spChg>
        <pc:spChg chg="mod">
          <ac:chgData name="Vaccarelli Ornella" userId="647927c3-da92-4a07-8333-03c44b4a53f0" providerId="ADAL" clId="{A4DCA0CA-44DC-5791-9654-8EFF42E5DF6F}" dt="2026-05-12T14:21:19.619" v="1316"/>
          <ac:spMkLst>
            <pc:docMk/>
            <pc:sldMk cId="4092499933" sldId="283"/>
            <ac:spMk id="10" creationId="{A80CEEBB-1992-E287-2E5F-16DF71AA11E3}"/>
          </ac:spMkLst>
        </pc:spChg>
        <pc:spChg chg="mod">
          <ac:chgData name="Vaccarelli Ornella" userId="647927c3-da92-4a07-8333-03c44b4a53f0" providerId="ADAL" clId="{A4DCA0CA-44DC-5791-9654-8EFF42E5DF6F}" dt="2026-05-12T14:21:19.619" v="1316"/>
          <ac:spMkLst>
            <pc:docMk/>
            <pc:sldMk cId="4092499933" sldId="283"/>
            <ac:spMk id="11" creationId="{955F5D19-E667-4F92-DCF1-8CC930A41EEF}"/>
          </ac:spMkLst>
        </pc:spChg>
        <pc:spChg chg="mod">
          <ac:chgData name="Vaccarelli Ornella" userId="647927c3-da92-4a07-8333-03c44b4a53f0" providerId="ADAL" clId="{A4DCA0CA-44DC-5791-9654-8EFF42E5DF6F}" dt="2026-05-12T14:21:19.619" v="1316"/>
          <ac:spMkLst>
            <pc:docMk/>
            <pc:sldMk cId="4092499933" sldId="283"/>
            <ac:spMk id="12" creationId="{F5277348-2FB3-7480-BD70-F3A03FDE2F1F}"/>
          </ac:spMkLst>
        </pc:spChg>
        <pc:spChg chg="add mod">
          <ac:chgData name="Vaccarelli Ornella" userId="647927c3-da92-4a07-8333-03c44b4a53f0" providerId="ADAL" clId="{A4DCA0CA-44DC-5791-9654-8EFF42E5DF6F}" dt="2026-05-12T14:27:48.353" v="1463" actId="113"/>
          <ac:spMkLst>
            <pc:docMk/>
            <pc:sldMk cId="4092499933" sldId="283"/>
            <ac:spMk id="16" creationId="{BCF81E54-97CC-C208-77B2-63E14A289426}"/>
          </ac:spMkLst>
        </pc:spChg>
        <pc:spChg chg="add mod">
          <ac:chgData name="Vaccarelli Ornella" userId="647927c3-da92-4a07-8333-03c44b4a53f0" providerId="ADAL" clId="{A4DCA0CA-44DC-5791-9654-8EFF42E5DF6F}" dt="2026-05-12T14:27:50.888" v="1464" actId="113"/>
          <ac:spMkLst>
            <pc:docMk/>
            <pc:sldMk cId="4092499933" sldId="283"/>
            <ac:spMk id="17" creationId="{193E0970-9A8E-FFFF-C467-213B1C8EC364}"/>
          </ac:spMkLst>
        </pc:spChg>
        <pc:spChg chg="add mod">
          <ac:chgData name="Vaccarelli Ornella" userId="647927c3-da92-4a07-8333-03c44b4a53f0" providerId="ADAL" clId="{A4DCA0CA-44DC-5791-9654-8EFF42E5DF6F}" dt="2026-05-12T14:27:54.022" v="1465" actId="113"/>
          <ac:spMkLst>
            <pc:docMk/>
            <pc:sldMk cId="4092499933" sldId="283"/>
            <ac:spMk id="24" creationId="{913F4C1F-DAA1-19B2-4F5E-3324E5736ADE}"/>
          </ac:spMkLst>
        </pc:spChg>
        <pc:spChg chg="mod">
          <ac:chgData name="Vaccarelli Ornella" userId="647927c3-da92-4a07-8333-03c44b4a53f0" providerId="ADAL" clId="{A4DCA0CA-44DC-5791-9654-8EFF42E5DF6F}" dt="2026-05-12T14:21:54.421" v="1331" actId="1035"/>
          <ac:spMkLst>
            <pc:docMk/>
            <pc:sldMk cId="4092499933" sldId="283"/>
            <ac:spMk id="25" creationId="{33A09FC7-1FC1-41AA-F297-458FE47E92EE}"/>
          </ac:spMkLst>
        </pc:spChg>
        <pc:spChg chg="del">
          <ac:chgData name="Vaccarelli Ornella" userId="647927c3-da92-4a07-8333-03c44b4a53f0" providerId="ADAL" clId="{A4DCA0CA-44DC-5791-9654-8EFF42E5DF6F}" dt="2026-05-12T14:21:11.933" v="1314" actId="478"/>
          <ac:spMkLst>
            <pc:docMk/>
            <pc:sldMk cId="4092499933" sldId="283"/>
            <ac:spMk id="26" creationId="{24AC05D5-ABAF-AD34-4EE4-6DC6822D2599}"/>
          </ac:spMkLst>
        </pc:spChg>
        <pc:spChg chg="add mod">
          <ac:chgData name="Vaccarelli Ornella" userId="647927c3-da92-4a07-8333-03c44b4a53f0" providerId="ADAL" clId="{A4DCA0CA-44DC-5791-9654-8EFF42E5DF6F}" dt="2026-05-12T14:27:56.570" v="1466" actId="113"/>
          <ac:spMkLst>
            <pc:docMk/>
            <pc:sldMk cId="4092499933" sldId="283"/>
            <ac:spMk id="27" creationId="{EEEAD0F6-CA36-0CC3-9376-71A5ECD3271E}"/>
          </ac:spMkLst>
        </pc:spChg>
        <pc:grpChg chg="add mod">
          <ac:chgData name="Vaccarelli Ornella" userId="647927c3-da92-4a07-8333-03c44b4a53f0" providerId="ADAL" clId="{A4DCA0CA-44DC-5791-9654-8EFF42E5DF6F}" dt="2026-05-12T14:21:19.619" v="1316"/>
          <ac:grpSpMkLst>
            <pc:docMk/>
            <pc:sldMk cId="4092499933" sldId="283"/>
            <ac:grpSpMk id="2" creationId="{EE4E8579-524A-0303-9F6F-A146E5C9E912}"/>
          </ac:grpSpMkLst>
        </pc:grpChg>
        <pc:grpChg chg="mod">
          <ac:chgData name="Vaccarelli Ornella" userId="647927c3-da92-4a07-8333-03c44b4a53f0" providerId="ADAL" clId="{A4DCA0CA-44DC-5791-9654-8EFF42E5DF6F}" dt="2026-05-12T14:21:19.619" v="1316"/>
          <ac:grpSpMkLst>
            <pc:docMk/>
            <pc:sldMk cId="4092499933" sldId="283"/>
            <ac:grpSpMk id="8" creationId="{385D8C68-FE9C-5811-F8C7-0110961512C3}"/>
          </ac:grpSpMkLst>
        </pc:grpChg>
        <pc:grpChg chg="del">
          <ac:chgData name="Vaccarelli Ornella" userId="647927c3-da92-4a07-8333-03c44b4a53f0" providerId="ADAL" clId="{A4DCA0CA-44DC-5791-9654-8EFF42E5DF6F}" dt="2026-05-12T14:21:15.227" v="1315" actId="478"/>
          <ac:grpSpMkLst>
            <pc:docMk/>
            <pc:sldMk cId="4092499933" sldId="283"/>
            <ac:grpSpMk id="23" creationId="{E3AA108B-FAD4-DF02-F995-2505164600E4}"/>
          </ac:grpSpMkLst>
        </pc:grpChg>
        <pc:picChg chg="add mod">
          <ac:chgData name="Vaccarelli Ornella" userId="647927c3-da92-4a07-8333-03c44b4a53f0" providerId="ADAL" clId="{A4DCA0CA-44DC-5791-9654-8EFF42E5DF6F}" dt="2026-05-12T14:26:45.821" v="1458" actId="12788"/>
          <ac:picMkLst>
            <pc:docMk/>
            <pc:sldMk cId="4092499933" sldId="283"/>
            <ac:picMk id="13" creationId="{3BCEAB8C-604B-8BE8-DEF7-08EC9010648F}"/>
          </ac:picMkLst>
        </pc:picChg>
        <pc:picChg chg="add mod">
          <ac:chgData name="Vaccarelli Ornella" userId="647927c3-da92-4a07-8333-03c44b4a53f0" providerId="ADAL" clId="{A4DCA0CA-44DC-5791-9654-8EFF42E5DF6F}" dt="2026-05-12T14:23:55.369" v="1430" actId="408"/>
          <ac:picMkLst>
            <pc:docMk/>
            <pc:sldMk cId="4092499933" sldId="283"/>
            <ac:picMk id="14" creationId="{593030F7-4F26-B21F-62B4-EF83C22B7CCB}"/>
          </ac:picMkLst>
        </pc:picChg>
        <pc:picChg chg="add mod">
          <ac:chgData name="Vaccarelli Ornella" userId="647927c3-da92-4a07-8333-03c44b4a53f0" providerId="ADAL" clId="{A4DCA0CA-44DC-5791-9654-8EFF42E5DF6F}" dt="2026-05-12T14:23:55.369" v="1430" actId="408"/>
          <ac:picMkLst>
            <pc:docMk/>
            <pc:sldMk cId="4092499933" sldId="283"/>
            <ac:picMk id="15" creationId="{B5CF86D9-8A74-A437-0039-CA32F98FAE97}"/>
          </ac:picMkLst>
        </pc:picChg>
        <pc:picChg chg="add mod">
          <ac:chgData name="Vaccarelli Ornella" userId="647927c3-da92-4a07-8333-03c44b4a53f0" providerId="ADAL" clId="{A4DCA0CA-44DC-5791-9654-8EFF42E5DF6F}" dt="2026-05-12T14:23:55.369" v="1430" actId="408"/>
          <ac:picMkLst>
            <pc:docMk/>
            <pc:sldMk cId="4092499933" sldId="283"/>
            <ac:picMk id="28" creationId="{2ADE9EB0-3B6A-B0A3-84CE-93DF5424DB10}"/>
          </ac:picMkLst>
        </pc:picChg>
      </pc:sldChg>
      <pc:sldChg chg="add ord">
        <pc:chgData name="Vaccarelli Ornella" userId="647927c3-da92-4a07-8333-03c44b4a53f0" providerId="ADAL" clId="{A4DCA0CA-44DC-5791-9654-8EFF42E5DF6F}" dt="2026-05-12T14:29:21.683" v="1483" actId="20578"/>
        <pc:sldMkLst>
          <pc:docMk/>
          <pc:sldMk cId="2497280083" sldId="284"/>
        </pc:sldMkLst>
      </pc:sldChg>
      <pc:sldChg chg="delSp add mod ord">
        <pc:chgData name="Vaccarelli Ornella" userId="647927c3-da92-4a07-8333-03c44b4a53f0" providerId="ADAL" clId="{A4DCA0CA-44DC-5791-9654-8EFF42E5DF6F}" dt="2026-05-12T14:29:54.881" v="1488" actId="478"/>
        <pc:sldMkLst>
          <pc:docMk/>
          <pc:sldMk cId="205451202" sldId="285"/>
        </pc:sldMkLst>
        <pc:spChg chg="del">
          <ac:chgData name="Vaccarelli Ornella" userId="647927c3-da92-4a07-8333-03c44b4a53f0" providerId="ADAL" clId="{A4DCA0CA-44DC-5791-9654-8EFF42E5DF6F}" dt="2026-05-12T14:29:53.962" v="1487" actId="478"/>
          <ac:spMkLst>
            <pc:docMk/>
            <pc:sldMk cId="205451202" sldId="285"/>
            <ac:spMk id="3" creationId="{132A42B1-D7C8-D2D5-A85B-2079FD8F5590}"/>
          </ac:spMkLst>
        </pc:spChg>
        <pc:spChg chg="del">
          <ac:chgData name="Vaccarelli Ornella" userId="647927c3-da92-4a07-8333-03c44b4a53f0" providerId="ADAL" clId="{A4DCA0CA-44DC-5791-9654-8EFF42E5DF6F}" dt="2026-05-12T14:29:54.881" v="1488" actId="478"/>
          <ac:spMkLst>
            <pc:docMk/>
            <pc:sldMk cId="205451202" sldId="285"/>
            <ac:spMk id="6" creationId="{9DCEF749-3B7C-0B2F-378C-0FAC44DB799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C4D414-9553-0F43-786D-7577F66C6E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7CF5C-B927-0AB3-E861-9B1F70EA5C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DA361-0AD2-8D40-B55C-DEF785376716}" type="datetimeFigureOut">
              <a:rPr lang="en-CH" smtClean="0"/>
              <a:t>27.08.2026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2EC21-3B42-A380-F751-E8EF4DD889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402F2-C941-31A3-5D58-A07453B99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329D0-8A35-884D-830B-546F8D9EA3C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75983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742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1E2B5-4D27-A290-A715-3AD34CBD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66F1D-AA6E-AAC6-9080-B465CD45D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6A6E6-8F36-6750-4285-38B5EEAA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C0547-0560-9878-520F-1FFF1E538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76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0CEC3-7956-0C47-4118-D516FE0E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6F663-3B85-E7D3-2D5D-B70A2E718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5C6A0-7073-8884-2B1F-59BE91114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428FF-1BC4-1B6E-AD80-C47E3F55C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08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A432-8AB2-3023-1FA5-FC82B8BE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5D7F8-D48A-6402-A7E6-0A884D7F9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DB594-DEDE-8526-8DEE-A32AF9A5D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0E678-D3FC-99B3-B36A-CA420554D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94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3BF6-B4C5-25D2-FAC2-9620A4915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69DC7-699B-9E9D-418C-B006A7E46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EBBEF-75E8-6CC8-2128-82E60339E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1EACC-4A6A-26E2-0EB0-A640E40FE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65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7025-1FF1-31B5-B66E-2765627CB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B913C-1C0B-B4F2-0833-51B669382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941C0-751F-569D-4D30-9A992D9E2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70EE9-2C99-2F7F-C436-F6E49BB13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98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F817-8610-68DD-6647-73A26F3E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D1142-3736-8CF9-8B9A-AE62BCCA7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72F4E-F63A-3990-1392-A2E7C29EF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68A09-E63B-E198-1BEF-A41F4DBAE4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65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2508E-681A-923A-7F13-A7A0232CD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418E2-03A8-B88F-7170-2EC682BEE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D1DC7-6BBD-DF9D-B22A-75B678204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CCBA8-30E7-CF30-FC16-02E5409133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11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E067-3DB0-7F82-E073-F3938379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24AA1-6D4E-9A9E-497E-549BEAF21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D258F-9BA0-1649-5168-A4A6A3D1D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76D76-6B29-F154-7A7D-A84A0C3B3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16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89D2-BB2E-FC51-EAC7-71AB6B7C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9106E-416B-A36A-B0A1-343437651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8349C-C5D2-77A6-336C-4675CD084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E2A80-17FA-155A-DB92-EF451B74C1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76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6" Type="http://schemas.microsoft.com/office/2007/relationships/hdphoto" Target="../media/hdphoto2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image" Target="../media/image12.svg"/><Relationship Id="rId4" Type="http://schemas.openxmlformats.org/officeDocument/2006/relationships/image" Target="../media/image7.svg"/><Relationship Id="rId9" Type="http://schemas.openxmlformats.org/officeDocument/2006/relationships/image" Target="../media/image11.png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5.png"/><Relationship Id="rId5" Type="http://schemas.openxmlformats.org/officeDocument/2006/relationships/image" Target="../media/image12.svg"/><Relationship Id="rId10" Type="http://schemas.openxmlformats.org/officeDocument/2006/relationships/image" Target="../media/image4.png"/><Relationship Id="rId4" Type="http://schemas.openxmlformats.org/officeDocument/2006/relationships/image" Target="../media/image15.sv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5.png"/><Relationship Id="rId5" Type="http://schemas.openxmlformats.org/officeDocument/2006/relationships/image" Target="../media/image12.svg"/><Relationship Id="rId10" Type="http://schemas.openxmlformats.org/officeDocument/2006/relationships/image" Target="../media/image4.png"/><Relationship Id="rId4" Type="http://schemas.openxmlformats.org/officeDocument/2006/relationships/image" Target="../media/image15.sv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svg"/><Relationship Id="rId18" Type="http://schemas.openxmlformats.org/officeDocument/2006/relationships/image" Target="../media/image4.png"/><Relationship Id="rId3" Type="http://schemas.openxmlformats.org/officeDocument/2006/relationships/image" Target="../media/image18.svg"/><Relationship Id="rId21" Type="http://schemas.openxmlformats.org/officeDocument/2006/relationships/image" Target="../media/image15.svg"/><Relationship Id="rId7" Type="http://schemas.openxmlformats.org/officeDocument/2006/relationships/image" Target="../media/image22.svg"/><Relationship Id="rId12" Type="http://schemas.openxmlformats.org/officeDocument/2006/relationships/image" Target="../media/image27.svg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.pn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6.svg"/><Relationship Id="rId24" Type="http://schemas.openxmlformats.org/officeDocument/2006/relationships/image" Target="../media/image17.svg"/><Relationship Id="rId5" Type="http://schemas.openxmlformats.org/officeDocument/2006/relationships/image" Target="../media/image20.svg"/><Relationship Id="rId15" Type="http://schemas.openxmlformats.org/officeDocument/2006/relationships/image" Target="../media/image30.svg"/><Relationship Id="rId23" Type="http://schemas.openxmlformats.org/officeDocument/2006/relationships/image" Target="../media/image16.svg"/><Relationship Id="rId10" Type="http://schemas.openxmlformats.org/officeDocument/2006/relationships/image" Target="../media/image25.svg"/><Relationship Id="rId19" Type="http://schemas.openxmlformats.org/officeDocument/2006/relationships/image" Target="../media/image5.png"/><Relationship Id="rId4" Type="http://schemas.openxmlformats.org/officeDocument/2006/relationships/image" Target="../media/image19.svg"/><Relationship Id="rId9" Type="http://schemas.openxmlformats.org/officeDocument/2006/relationships/image" Target="../media/image24.svg"/><Relationship Id="rId14" Type="http://schemas.openxmlformats.org/officeDocument/2006/relationships/image" Target="../media/image29.svg"/><Relationship Id="rId22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.png"/><Relationship Id="rId18" Type="http://schemas.openxmlformats.org/officeDocument/2006/relationships/image" Target="../media/image16.svg"/><Relationship Id="rId3" Type="http://schemas.openxmlformats.org/officeDocument/2006/relationships/image" Target="../media/image32.svg"/><Relationship Id="rId7" Type="http://schemas.openxmlformats.org/officeDocument/2006/relationships/image" Target="../media/image36.png"/><Relationship Id="rId12" Type="http://schemas.openxmlformats.org/officeDocument/2006/relationships/image" Target="../media/image3.png"/><Relationship Id="rId1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2.png"/><Relationship Id="rId5" Type="http://schemas.openxmlformats.org/officeDocument/2006/relationships/image" Target="../media/image34.png"/><Relationship Id="rId15" Type="http://schemas.openxmlformats.org/officeDocument/2006/relationships/image" Target="../media/image14.svg"/><Relationship Id="rId10" Type="http://schemas.openxmlformats.org/officeDocument/2006/relationships/image" Target="../media/image39.svg"/><Relationship Id="rId19" Type="http://schemas.openxmlformats.org/officeDocument/2006/relationships/image" Target="../media/image17.svg"/><Relationship Id="rId4" Type="http://schemas.openxmlformats.org/officeDocument/2006/relationships/image" Target="../media/image33.svg"/><Relationship Id="rId9" Type="http://schemas.openxmlformats.org/officeDocument/2006/relationships/image" Target="../media/image38.svg"/><Relationship Id="rId1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0.svg"/><Relationship Id="rId3" Type="http://schemas.openxmlformats.org/officeDocument/2006/relationships/image" Target="../media/image41.emf"/><Relationship Id="rId7" Type="http://schemas.openxmlformats.org/officeDocument/2006/relationships/image" Target="../media/image39.sv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11" Type="http://schemas.openxmlformats.org/officeDocument/2006/relationships/image" Target="../media/image5.png"/><Relationship Id="rId5" Type="http://schemas.openxmlformats.org/officeDocument/2006/relationships/image" Target="../media/image34.png"/><Relationship Id="rId15" Type="http://schemas.openxmlformats.org/officeDocument/2006/relationships/image" Target="../media/image16.svg"/><Relationship Id="rId10" Type="http://schemas.openxmlformats.org/officeDocument/2006/relationships/image" Target="../media/image4.png"/><Relationship Id="rId4" Type="http://schemas.openxmlformats.org/officeDocument/2006/relationships/image" Target="../media/image33.svg"/><Relationship Id="rId9" Type="http://schemas.openxmlformats.org/officeDocument/2006/relationships/image" Target="../media/image3.png"/><Relationship Id="rId1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6.svg"/><Relationship Id="rId3" Type="http://schemas.openxmlformats.org/officeDocument/2006/relationships/image" Target="../media/image42.png"/><Relationship Id="rId7" Type="http://schemas.openxmlformats.org/officeDocument/2006/relationships/image" Target="../media/image3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40.svg"/><Relationship Id="rId5" Type="http://schemas.openxmlformats.org/officeDocument/2006/relationships/image" Target="../media/image38.svg"/><Relationship Id="rId10" Type="http://schemas.openxmlformats.org/officeDocument/2006/relationships/image" Target="../media/image14.svg"/><Relationship Id="rId4" Type="http://schemas.openxmlformats.org/officeDocument/2006/relationships/image" Target="../media/image37.png"/><Relationship Id="rId9" Type="http://schemas.openxmlformats.org/officeDocument/2006/relationships/image" Target="../media/image5.png"/><Relationship Id="rId1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4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3.wdp"/><Relationship Id="rId5" Type="http://schemas.openxmlformats.org/officeDocument/2006/relationships/image" Target="../media/image3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2.png"/><Relationship Id="rId18" Type="http://schemas.openxmlformats.org/officeDocument/2006/relationships/image" Target="../media/image15.svg"/><Relationship Id="rId3" Type="http://schemas.openxmlformats.org/officeDocument/2006/relationships/image" Target="../media/image6.svg"/><Relationship Id="rId21" Type="http://schemas.openxmlformats.org/officeDocument/2006/relationships/image" Target="../media/image56.png"/><Relationship Id="rId7" Type="http://schemas.openxmlformats.org/officeDocument/2006/relationships/image" Target="../media/image50.svg"/><Relationship Id="rId12" Type="http://schemas.openxmlformats.org/officeDocument/2006/relationships/image" Target="../media/image54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.png"/><Relationship Id="rId20" Type="http://schemas.openxmlformats.org/officeDocument/2006/relationships/image" Target="../media/image5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svg"/><Relationship Id="rId11" Type="http://schemas.openxmlformats.org/officeDocument/2006/relationships/image" Target="../media/image53.svg"/><Relationship Id="rId5" Type="http://schemas.openxmlformats.org/officeDocument/2006/relationships/image" Target="../media/image48.svg"/><Relationship Id="rId15" Type="http://schemas.openxmlformats.org/officeDocument/2006/relationships/image" Target="../media/image4.png"/><Relationship Id="rId10" Type="http://schemas.openxmlformats.org/officeDocument/2006/relationships/image" Target="../media/image12.svg"/><Relationship Id="rId19" Type="http://schemas.openxmlformats.org/officeDocument/2006/relationships/image" Target="../media/image16.svg"/><Relationship Id="rId4" Type="http://schemas.openxmlformats.org/officeDocument/2006/relationships/image" Target="../media/image47.svg"/><Relationship Id="rId9" Type="http://schemas.openxmlformats.org/officeDocument/2006/relationships/image" Target="../media/image52.svg"/><Relationship Id="rId1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55.svg"/><Relationship Id="rId5" Type="http://schemas.openxmlformats.org/officeDocument/2006/relationships/image" Target="../media/image4.png"/><Relationship Id="rId10" Type="http://schemas.openxmlformats.org/officeDocument/2006/relationships/image" Target="../media/image16.svg"/><Relationship Id="rId4" Type="http://schemas.openxmlformats.org/officeDocument/2006/relationships/image" Target="../media/image3.pn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4.png"/><Relationship Id="rId18" Type="http://schemas.openxmlformats.org/officeDocument/2006/relationships/image" Target="../media/image65.sv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12" Type="http://schemas.openxmlformats.org/officeDocument/2006/relationships/image" Target="../media/image3.png"/><Relationship Id="rId17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svg"/><Relationship Id="rId11" Type="http://schemas.openxmlformats.org/officeDocument/2006/relationships/image" Target="../media/image2.png"/><Relationship Id="rId5" Type="http://schemas.openxmlformats.org/officeDocument/2006/relationships/image" Target="../media/image59.svg"/><Relationship Id="rId15" Type="http://schemas.openxmlformats.org/officeDocument/2006/relationships/image" Target="../media/image14.svg"/><Relationship Id="rId10" Type="http://schemas.openxmlformats.org/officeDocument/2006/relationships/image" Target="../media/image64.svg"/><Relationship Id="rId19" Type="http://schemas.openxmlformats.org/officeDocument/2006/relationships/image" Target="../media/image17.svg"/><Relationship Id="rId4" Type="http://schemas.openxmlformats.org/officeDocument/2006/relationships/image" Target="../media/image58.svg"/><Relationship Id="rId9" Type="http://schemas.openxmlformats.org/officeDocument/2006/relationships/image" Target="../media/image63.svg"/><Relationship Id="rId1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3.png"/><Relationship Id="rId18" Type="http://schemas.openxmlformats.org/officeDocument/2006/relationships/image" Target="../media/image65.svg"/><Relationship Id="rId3" Type="http://schemas.openxmlformats.org/officeDocument/2006/relationships/image" Target="../media/image19.svg"/><Relationship Id="rId21" Type="http://schemas.openxmlformats.org/officeDocument/2006/relationships/image" Target="../media/image70.emf"/><Relationship Id="rId7" Type="http://schemas.openxmlformats.org/officeDocument/2006/relationships/image" Target="../media/image6.svg"/><Relationship Id="rId12" Type="http://schemas.openxmlformats.org/officeDocument/2006/relationships/image" Target="../media/image2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.sv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svg"/><Relationship Id="rId11" Type="http://schemas.openxmlformats.org/officeDocument/2006/relationships/image" Target="../media/image7.svg"/><Relationship Id="rId5" Type="http://schemas.openxmlformats.org/officeDocument/2006/relationships/image" Target="../media/image67.svg"/><Relationship Id="rId15" Type="http://schemas.openxmlformats.org/officeDocument/2006/relationships/image" Target="../media/image5.png"/><Relationship Id="rId23" Type="http://schemas.openxmlformats.org/officeDocument/2006/relationships/image" Target="../media/image72.png"/><Relationship Id="rId10" Type="http://schemas.openxmlformats.org/officeDocument/2006/relationships/image" Target="../media/image12.svg"/><Relationship Id="rId19" Type="http://schemas.openxmlformats.org/officeDocument/2006/relationships/image" Target="../media/image17.svg"/><Relationship Id="rId4" Type="http://schemas.openxmlformats.org/officeDocument/2006/relationships/image" Target="../media/image66.svg"/><Relationship Id="rId9" Type="http://schemas.openxmlformats.org/officeDocument/2006/relationships/image" Target="../media/image48.svg"/><Relationship Id="rId14" Type="http://schemas.openxmlformats.org/officeDocument/2006/relationships/image" Target="../media/image4.png"/><Relationship Id="rId22" Type="http://schemas.openxmlformats.org/officeDocument/2006/relationships/image" Target="../media/image7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7.svg"/><Relationship Id="rId5" Type="http://schemas.openxmlformats.org/officeDocument/2006/relationships/image" Target="../media/image4.png"/><Relationship Id="rId10" Type="http://schemas.openxmlformats.org/officeDocument/2006/relationships/image" Target="../media/image16.svg"/><Relationship Id="rId4" Type="http://schemas.openxmlformats.org/officeDocument/2006/relationships/image" Target="../media/image3.png"/><Relationship Id="rId9" Type="http://schemas.openxmlformats.org/officeDocument/2006/relationships/image" Target="../media/image7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4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5" Type="http://schemas.openxmlformats.org/officeDocument/2006/relationships/image" Target="../media/image3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eb of dots connected">
            <a:extLst>
              <a:ext uri="{FF2B5EF4-FFF2-40B4-BE49-F238E27FC236}">
                <a16:creationId xmlns:a16="http://schemas.microsoft.com/office/drawing/2014/main" id="{9B14FA3D-831C-049E-981A-1A6EDAB41D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164461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3632606" y="3009162"/>
            <a:ext cx="4926789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 sz="24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94F00F81-60F4-B6CF-F4D1-4FBE1330B792}"/>
              </a:ext>
            </a:extLst>
          </p:cNvPr>
          <p:cNvSpPr/>
          <p:nvPr/>
        </p:nvSpPr>
        <p:spPr>
          <a:xfrm>
            <a:off x="463826" y="940798"/>
            <a:ext cx="11264349" cy="1510862"/>
          </a:xfrm>
          <a:prstGeom prst="roundRect">
            <a:avLst>
              <a:gd name="adj" fmla="val 1250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3716843" y="3271966"/>
            <a:ext cx="4758314" cy="695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/>
              <a:t>Tutorial – ICDAR 2026</a:t>
            </a:r>
            <a:br>
              <a:rPr lang="en-US" sz="1600" b="1" dirty="0"/>
            </a:br>
            <a:r>
              <a:rPr lang="en-US" sz="1600" dirty="0"/>
              <a:t>TU Wien, Vienna, August 30th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56822" y="1412765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AI for Document Analysis Systems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E595666-E805-2FEB-E8E2-50D2473D97FD}"/>
              </a:ext>
            </a:extLst>
          </p:cNvPr>
          <p:cNvSpPr txBox="1"/>
          <p:nvPr/>
        </p:nvSpPr>
        <p:spPr>
          <a:xfrm>
            <a:off x="-50763" y="5724649"/>
            <a:ext cx="12279010" cy="114608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4369E0-1018-F246-F372-8E0641875FC6}"/>
              </a:ext>
            </a:extLst>
          </p:cNvPr>
          <p:cNvGrpSpPr/>
          <p:nvPr/>
        </p:nvGrpSpPr>
        <p:grpSpPr>
          <a:xfrm>
            <a:off x="-119903" y="5845268"/>
            <a:ext cx="12510685" cy="1078992"/>
            <a:chOff x="-119903" y="5845268"/>
            <a:chExt cx="12510685" cy="1078992"/>
          </a:xfrm>
        </p:grpSpPr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81D5CC0C-C573-13CD-7BF1-448AABF3BF2A}"/>
                </a:ext>
              </a:extLst>
            </p:cNvPr>
            <p:cNvSpPr/>
            <p:nvPr/>
          </p:nvSpPr>
          <p:spPr>
            <a:xfrm>
              <a:off x="-119903" y="5845268"/>
              <a:ext cx="12510685" cy="1078992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D06FF6C-6E59-23E0-C392-F6EEFFF3DFB5}"/>
                </a:ext>
              </a:extLst>
            </p:cNvPr>
            <p:cNvSpPr/>
            <p:nvPr/>
          </p:nvSpPr>
          <p:spPr>
            <a:xfrm>
              <a:off x="3723447" y="6156934"/>
              <a:ext cx="1328223" cy="501405"/>
            </a:xfrm>
            <a:custGeom>
              <a:avLst/>
              <a:gdLst/>
              <a:ahLst/>
              <a:cxnLst/>
              <a:rect l="l" t="t" r="r" b="b"/>
              <a:pathLst>
                <a:path w="2032609" h="767310">
                  <a:moveTo>
                    <a:pt x="0" y="0"/>
                  </a:moveTo>
                  <a:lnTo>
                    <a:pt x="2032609" y="0"/>
                  </a:lnTo>
                  <a:lnTo>
                    <a:pt x="2032609" y="767310"/>
                  </a:lnTo>
                  <a:lnTo>
                    <a:pt x="0" y="767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0B9BCCC2-F827-87A5-F49D-D71BAAB52585}"/>
                </a:ext>
              </a:extLst>
            </p:cNvPr>
            <p:cNvSpPr/>
            <p:nvPr/>
          </p:nvSpPr>
          <p:spPr>
            <a:xfrm>
              <a:off x="6889044" y="6145535"/>
              <a:ext cx="1677445" cy="524202"/>
            </a:xfrm>
            <a:custGeom>
              <a:avLst/>
              <a:gdLst/>
              <a:ahLst/>
              <a:cxnLst/>
              <a:rect l="l" t="t" r="r" b="b"/>
              <a:pathLst>
                <a:path w="2567031" h="802197">
                  <a:moveTo>
                    <a:pt x="0" y="0"/>
                  </a:moveTo>
                  <a:lnTo>
                    <a:pt x="2567031" y="0"/>
                  </a:lnTo>
                  <a:lnTo>
                    <a:pt x="2567031" y="802197"/>
                  </a:lnTo>
                  <a:lnTo>
                    <a:pt x="0" y="802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98D877E9-61E7-FE6A-6DD5-4C990B41789B}"/>
                </a:ext>
              </a:extLst>
            </p:cNvPr>
            <p:cNvSpPr/>
            <p:nvPr/>
          </p:nvSpPr>
          <p:spPr>
            <a:xfrm>
              <a:off x="798187" y="6228666"/>
              <a:ext cx="1087886" cy="357941"/>
            </a:xfrm>
            <a:custGeom>
              <a:avLst/>
              <a:gdLst/>
              <a:ahLst/>
              <a:cxnLst/>
              <a:rect l="l" t="t" r="r" b="b"/>
              <a:pathLst>
                <a:path w="1664815" h="547764">
                  <a:moveTo>
                    <a:pt x="0" y="0"/>
                  </a:moveTo>
                  <a:lnTo>
                    <a:pt x="1664815" y="0"/>
                  </a:lnTo>
                  <a:lnTo>
                    <a:pt x="1664815" y="547764"/>
                  </a:lnTo>
                  <a:lnTo>
                    <a:pt x="0" y="547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890AF5A-075B-62A0-D787-4E30FD76F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03864" y="6154065"/>
              <a:ext cx="1204173" cy="5071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8E242-CF92-02CA-8227-AB43CC25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1C361D-9D37-4307-4543-249D2937207E}"/>
              </a:ext>
            </a:extLst>
          </p:cNvPr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687383"/>
                </a:solidFill>
              </a:rPr>
              <a:t> USE CASE</a:t>
            </a:r>
            <a:endParaRPr lang="en-US" sz="84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42A54D-8826-3D24-D9F3-85C21329A581}"/>
              </a:ext>
            </a:extLst>
          </p:cNvPr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HAL_9000_AG Reimbursement Assistant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C9EFA6-9080-998C-BDB5-B66BCB632704}"/>
              </a:ext>
            </a:extLst>
          </p:cNvPr>
          <p:cNvSpPr/>
          <p:nvPr/>
        </p:nvSpPr>
        <p:spPr>
          <a:xfrm>
            <a:off x="694944" y="122529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383"/>
                </a:solidFill>
              </a:rPr>
              <a:t>From raw business documents to evidence-based reimbursement decisions</a:t>
            </a:r>
            <a:endParaRPr lang="en-US" sz="1200" dirty="0"/>
          </a:p>
        </p:txBody>
      </p:sp>
      <p:sp>
        <p:nvSpPr>
          <p:cNvPr id="84" name="Shape 5">
            <a:extLst>
              <a:ext uri="{FF2B5EF4-FFF2-40B4-BE49-F238E27FC236}">
                <a16:creationId xmlns:a16="http://schemas.microsoft.com/office/drawing/2014/main" id="{D4135544-FEF9-CD40-77EE-A711FAF2703B}"/>
              </a:ext>
            </a:extLst>
          </p:cNvPr>
          <p:cNvSpPr/>
          <p:nvPr/>
        </p:nvSpPr>
        <p:spPr>
          <a:xfrm>
            <a:off x="7886646" y="2954486"/>
            <a:ext cx="4208140" cy="969264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5" name="Text 6">
            <a:extLst>
              <a:ext uri="{FF2B5EF4-FFF2-40B4-BE49-F238E27FC236}">
                <a16:creationId xmlns:a16="http://schemas.microsoft.com/office/drawing/2014/main" id="{0B898AA7-57CA-5903-DE5B-1BE5C5048631}"/>
              </a:ext>
            </a:extLst>
          </p:cNvPr>
          <p:cNvSpPr/>
          <p:nvPr/>
        </p:nvSpPr>
        <p:spPr>
          <a:xfrm>
            <a:off x="8596615" y="3155654"/>
            <a:ext cx="13213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User request</a:t>
            </a:r>
            <a:endParaRPr lang="en-US" sz="1400" dirty="0"/>
          </a:p>
        </p:txBody>
      </p:sp>
      <p:sp>
        <p:nvSpPr>
          <p:cNvPr id="86" name="Text 7">
            <a:extLst>
              <a:ext uri="{FF2B5EF4-FFF2-40B4-BE49-F238E27FC236}">
                <a16:creationId xmlns:a16="http://schemas.microsoft.com/office/drawing/2014/main" id="{BA11347F-F11D-54BC-44B0-DC057B9629A6}"/>
              </a:ext>
            </a:extLst>
          </p:cNvPr>
          <p:cNvSpPr/>
          <p:nvPr/>
        </p:nvSpPr>
        <p:spPr>
          <a:xfrm>
            <a:off x="8596615" y="3331182"/>
            <a:ext cx="2817016" cy="473447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383"/>
                </a:solidFill>
              </a:rPr>
              <a:t>“Is my flight ticket reimbursable?”</a:t>
            </a:r>
            <a:endParaRPr lang="en-US" sz="1200" dirty="0"/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1D1C9CED-EC0A-6E7C-F9EB-21824308B2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1413" y="3143185"/>
            <a:ext cx="591867" cy="591867"/>
          </a:xfrm>
          <a:prstGeom prst="rect">
            <a:avLst/>
          </a:prstGeom>
        </p:spPr>
      </p:pic>
      <p:sp>
        <p:nvSpPr>
          <p:cNvPr id="103" name="Shape 8">
            <a:extLst>
              <a:ext uri="{FF2B5EF4-FFF2-40B4-BE49-F238E27FC236}">
                <a16:creationId xmlns:a16="http://schemas.microsoft.com/office/drawing/2014/main" id="{CB0B4087-516E-F0AA-DA52-228DFB1A6C68}"/>
              </a:ext>
            </a:extLst>
          </p:cNvPr>
          <p:cNvSpPr/>
          <p:nvPr/>
        </p:nvSpPr>
        <p:spPr>
          <a:xfrm>
            <a:off x="5392241" y="1721546"/>
            <a:ext cx="6702546" cy="719329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4" name="Text 9">
            <a:extLst>
              <a:ext uri="{FF2B5EF4-FFF2-40B4-BE49-F238E27FC236}">
                <a16:creationId xmlns:a16="http://schemas.microsoft.com/office/drawing/2014/main" id="{D1EE3688-0B01-62AE-86B8-410E3A1983F4}"/>
              </a:ext>
            </a:extLst>
          </p:cNvPr>
          <p:cNvSpPr/>
          <p:nvPr/>
        </p:nvSpPr>
        <p:spPr>
          <a:xfrm>
            <a:off x="6135439" y="1804256"/>
            <a:ext cx="5969330" cy="546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Goal :  </a:t>
            </a:r>
            <a:r>
              <a:rPr lang="en-GB" sz="1200" dirty="0"/>
              <a:t>Build an assistant that helps HAL 9000 AG employees make accurate reimbursement decisions based on company policy, with clear supporting evidence.</a:t>
            </a:r>
            <a:endParaRPr lang="en-US" sz="1200" dirty="0"/>
          </a:p>
        </p:txBody>
      </p:sp>
      <p:pic>
        <p:nvPicPr>
          <p:cNvPr id="105" name="Graphic 104" descr="Bullseye with solid fill">
            <a:extLst>
              <a:ext uri="{FF2B5EF4-FFF2-40B4-BE49-F238E27FC236}">
                <a16:creationId xmlns:a16="http://schemas.microsoft.com/office/drawing/2014/main" id="{B2AC11BE-C6FB-C0CE-E251-47697844D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1264" y="1824654"/>
            <a:ext cx="497815" cy="497815"/>
          </a:xfrm>
          <a:prstGeom prst="rect">
            <a:avLst/>
          </a:prstGeom>
        </p:spPr>
      </p:pic>
      <p:sp>
        <p:nvSpPr>
          <p:cNvPr id="7" name="Rectangle 14">
            <a:extLst>
              <a:ext uri="{FF2B5EF4-FFF2-40B4-BE49-F238E27FC236}">
                <a16:creationId xmlns:a16="http://schemas.microsoft.com/office/drawing/2014/main" id="{76DCBDFB-2493-F60A-8329-EC85F2FE8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C5F7EB-5F96-241A-F8F3-FD1E703288E5}"/>
              </a:ext>
            </a:extLst>
          </p:cNvPr>
          <p:cNvGrpSpPr/>
          <p:nvPr/>
        </p:nvGrpSpPr>
        <p:grpSpPr>
          <a:xfrm>
            <a:off x="5370781" y="2654694"/>
            <a:ext cx="2396695" cy="3581734"/>
            <a:chOff x="5370781" y="2460891"/>
            <a:chExt cx="2396695" cy="3773609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58CB2FB3-E010-2331-C9EA-9240CCDBB49D}"/>
                </a:ext>
              </a:extLst>
            </p:cNvPr>
            <p:cNvSpPr/>
            <p:nvPr/>
          </p:nvSpPr>
          <p:spPr>
            <a:xfrm>
              <a:off x="5579028" y="2942552"/>
              <a:ext cx="1867723" cy="667768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CH">
                <a:latin typeface="Raleway" pitchFamily="2" charset="77"/>
              </a:endParaRPr>
            </a:p>
          </p:txBody>
        </p:sp>
        <p:sp>
          <p:nvSpPr>
            <p:cNvPr id="51" name="Text 6">
              <a:extLst>
                <a:ext uri="{FF2B5EF4-FFF2-40B4-BE49-F238E27FC236}">
                  <a16:creationId xmlns:a16="http://schemas.microsoft.com/office/drawing/2014/main" id="{6167E891-DC3E-EEA1-4032-A92F800F3067}"/>
                </a:ext>
              </a:extLst>
            </p:cNvPr>
            <p:cNvSpPr/>
            <p:nvPr/>
          </p:nvSpPr>
          <p:spPr>
            <a:xfrm>
              <a:off x="5370781" y="2460891"/>
              <a:ext cx="2396695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C00000"/>
                  </a:solidFill>
                </a:rPr>
                <a:t>Document pack</a:t>
              </a:r>
              <a:endParaRPr lang="en-US" sz="1400">
                <a:solidFill>
                  <a:srgbClr val="C00000"/>
                </a:solidFill>
              </a:endParaRPr>
            </a:p>
          </p:txBody>
        </p:sp>
        <p:pic>
          <p:nvPicPr>
            <p:cNvPr id="1028" name="Picture 4" descr="Pdf - Free files and folders icons">
              <a:extLst>
                <a:ext uri="{FF2B5EF4-FFF2-40B4-BE49-F238E27FC236}">
                  <a16:creationId xmlns:a16="http://schemas.microsoft.com/office/drawing/2014/main" id="{284C7311-5EED-D3FE-4D15-343E0A5425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3632" y="3005164"/>
              <a:ext cx="536380" cy="536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A2629A-0792-8219-24EC-722B0CAE599E}"/>
                </a:ext>
              </a:extLst>
            </p:cNvPr>
            <p:cNvSpPr txBox="1"/>
            <p:nvPr/>
          </p:nvSpPr>
          <p:spPr>
            <a:xfrm>
              <a:off x="6197814" y="3024515"/>
              <a:ext cx="12489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 b="1" dirty="0"/>
                <a:t>HAL 9000 AG Expense Policy</a:t>
              </a:r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B46630B0-99F4-EB84-E0D2-E882DA5ECA07}"/>
                </a:ext>
              </a:extLst>
            </p:cNvPr>
            <p:cNvSpPr/>
            <p:nvPr/>
          </p:nvSpPr>
          <p:spPr>
            <a:xfrm>
              <a:off x="5579028" y="3752627"/>
              <a:ext cx="1867723" cy="667768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CH">
                <a:latin typeface="Raleway" pitchFamily="2" charset="7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CC64AE-F878-753C-BF0A-27A1BE4ED614}"/>
                </a:ext>
              </a:extLst>
            </p:cNvPr>
            <p:cNvSpPr txBox="1"/>
            <p:nvPr/>
          </p:nvSpPr>
          <p:spPr>
            <a:xfrm>
              <a:off x="6197814" y="3954145"/>
              <a:ext cx="124893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 dirty="0"/>
                <a:t>Flight Ticket</a:t>
              </a:r>
            </a:p>
          </p:txBody>
        </p:sp>
        <p:pic>
          <p:nvPicPr>
            <p:cNvPr id="17" name="Picture 2" descr="Md - Free interface icons">
              <a:extLst>
                <a:ext uri="{FF2B5EF4-FFF2-40B4-BE49-F238E27FC236}">
                  <a16:creationId xmlns:a16="http://schemas.microsoft.com/office/drawing/2014/main" id="{14E55FB8-7186-AF43-EE41-94B22728B8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4840" y="3819103"/>
              <a:ext cx="532516" cy="532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7C77453F-9D3D-D985-8682-9763E1154BED}"/>
                </a:ext>
              </a:extLst>
            </p:cNvPr>
            <p:cNvSpPr/>
            <p:nvPr/>
          </p:nvSpPr>
          <p:spPr>
            <a:xfrm>
              <a:off x="5580847" y="4562702"/>
              <a:ext cx="1867723" cy="667768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CH">
                <a:latin typeface="Raleway" pitchFamily="2" charset="7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F8E59FB-EA10-E262-BB54-7CA3D491746E}"/>
                </a:ext>
              </a:extLst>
            </p:cNvPr>
            <p:cNvSpPr txBox="1"/>
            <p:nvPr/>
          </p:nvSpPr>
          <p:spPr>
            <a:xfrm>
              <a:off x="6199633" y="4764220"/>
              <a:ext cx="124893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/>
                <a:t>Hotel Invoice</a:t>
              </a:r>
            </a:p>
          </p:txBody>
        </p:sp>
        <p:pic>
          <p:nvPicPr>
            <p:cNvPr id="21" name="Picture 8" descr="Document with table line icon – Royalty-Free Vector | VectorStock">
              <a:extLst>
                <a:ext uri="{FF2B5EF4-FFF2-40B4-BE49-F238E27FC236}">
                  <a16:creationId xmlns:a16="http://schemas.microsoft.com/office/drawing/2014/main" id="{F7AE6565-1CEB-EFB4-E3F7-F784B69CFC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alphaModFix/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-25000"/>
                      </a14:imgEffect>
                      <a14:imgEffect>
                        <a14:saturation sat="400000"/>
                      </a14:imgEffect>
                      <a14:imgEffect>
                        <a14:brightnessContrast bright="-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0" t="16534" r="21501" b="23681"/>
            <a:stretch>
              <a:fillRect/>
            </a:stretch>
          </p:blipFill>
          <p:spPr bwMode="auto">
            <a:xfrm>
              <a:off x="5669385" y="4605185"/>
              <a:ext cx="470912" cy="583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2D51D053-017E-8F58-102B-C4693FC50C61}"/>
                </a:ext>
              </a:extLst>
            </p:cNvPr>
            <p:cNvSpPr/>
            <p:nvPr/>
          </p:nvSpPr>
          <p:spPr>
            <a:xfrm>
              <a:off x="5579028" y="5372777"/>
              <a:ext cx="1867723" cy="667768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CH">
                <a:latin typeface="Raleway" pitchFamily="2" charset="7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D556C43-7953-A547-2AF5-43F9011C2E75}"/>
                </a:ext>
              </a:extLst>
            </p:cNvPr>
            <p:cNvSpPr txBox="1"/>
            <p:nvPr/>
          </p:nvSpPr>
          <p:spPr>
            <a:xfrm>
              <a:off x="6197814" y="5471808"/>
              <a:ext cx="124893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200"/>
                <a:t>Restaurant Receipt</a:t>
              </a:r>
            </a:p>
          </p:txBody>
        </p:sp>
        <p:pic>
          <p:nvPicPr>
            <p:cNvPr id="26" name="Picture 12" descr="Receipt Special Lineal icon | Freepik">
              <a:extLst>
                <a:ext uri="{FF2B5EF4-FFF2-40B4-BE49-F238E27FC236}">
                  <a16:creationId xmlns:a16="http://schemas.microsoft.com/office/drawing/2014/main" id="{0CE526C7-0D5E-82CF-90A8-F38D5F3CA5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3632" y="5446728"/>
              <a:ext cx="549191" cy="549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Shape 9">
              <a:extLst>
                <a:ext uri="{FF2B5EF4-FFF2-40B4-BE49-F238E27FC236}">
                  <a16:creationId xmlns:a16="http://schemas.microsoft.com/office/drawing/2014/main" id="{B981DF07-3954-09B1-7379-E3A24F3D96AE}"/>
                </a:ext>
              </a:extLst>
            </p:cNvPr>
            <p:cNvSpPr/>
            <p:nvPr/>
          </p:nvSpPr>
          <p:spPr>
            <a:xfrm>
              <a:off x="5392240" y="2769131"/>
              <a:ext cx="2294471" cy="3465369"/>
            </a:xfrm>
            <a:prstGeom prst="roundRect">
              <a:avLst>
                <a:gd name="adj" fmla="val 2759"/>
              </a:avLst>
            </a:prstGeom>
            <a:noFill/>
            <a:ln w="12700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CH">
                <a:latin typeface="Raleway" pitchFamily="2" charset="77"/>
              </a:endParaRPr>
            </a:p>
          </p:txBody>
        </p:sp>
      </p:grpSp>
      <p:sp>
        <p:nvSpPr>
          <p:cNvPr id="37" name="Shape 14">
            <a:extLst>
              <a:ext uri="{FF2B5EF4-FFF2-40B4-BE49-F238E27FC236}">
                <a16:creationId xmlns:a16="http://schemas.microsoft.com/office/drawing/2014/main" id="{4D70EC70-0C92-023C-4971-DF8360F52771}"/>
              </a:ext>
            </a:extLst>
          </p:cNvPr>
          <p:cNvSpPr/>
          <p:nvPr/>
        </p:nvSpPr>
        <p:spPr>
          <a:xfrm>
            <a:off x="7886646" y="4181329"/>
            <a:ext cx="4208140" cy="2055098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D0F5607C-192B-92F8-E1FA-2F436755A3AA}"/>
              </a:ext>
            </a:extLst>
          </p:cNvPr>
          <p:cNvSpPr/>
          <p:nvPr/>
        </p:nvSpPr>
        <p:spPr>
          <a:xfrm>
            <a:off x="8619761" y="4524599"/>
            <a:ext cx="22496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580C"/>
                </a:solidFill>
              </a:rPr>
              <a:t>Answer with Evidence:</a:t>
            </a:r>
            <a:endParaRPr lang="en-US" sz="1400"/>
          </a:p>
        </p:txBody>
      </p:sp>
      <p:pic>
        <p:nvPicPr>
          <p:cNvPr id="41" name="Graphic 40" descr="Shield Tick with solid fill">
            <a:extLst>
              <a:ext uri="{FF2B5EF4-FFF2-40B4-BE49-F238E27FC236}">
                <a16:creationId xmlns:a16="http://schemas.microsoft.com/office/drawing/2014/main" id="{7D31BEE5-C13E-784A-250C-CA92E663D4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35184" y="4331084"/>
            <a:ext cx="655924" cy="591867"/>
          </a:xfrm>
          <a:prstGeom prst="rect">
            <a:avLst/>
          </a:prstGeom>
        </p:spPr>
      </p:pic>
      <p:sp>
        <p:nvSpPr>
          <p:cNvPr id="42" name="Text 15">
            <a:extLst>
              <a:ext uri="{FF2B5EF4-FFF2-40B4-BE49-F238E27FC236}">
                <a16:creationId xmlns:a16="http://schemas.microsoft.com/office/drawing/2014/main" id="{F49FD8F5-7850-31E3-410F-CEF1824B2015}"/>
              </a:ext>
            </a:extLst>
          </p:cNvPr>
          <p:cNvSpPr/>
          <p:nvPr/>
        </p:nvSpPr>
        <p:spPr>
          <a:xfrm>
            <a:off x="8035184" y="5025557"/>
            <a:ext cx="4030146" cy="314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EA580C"/>
                </a:solidFill>
              </a:rPr>
              <a:t>1) Decision </a:t>
            </a:r>
            <a:r>
              <a:rPr lang="en-US" sz="1200">
                <a:solidFill>
                  <a:srgbClr val="EA580C"/>
                </a:solidFill>
              </a:rPr>
              <a:t>(Reimbursable / Partially / Not reimbursable)</a:t>
            </a: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C95823E9-C309-47FC-1EDD-92E1ED304CAB}"/>
              </a:ext>
            </a:extLst>
          </p:cNvPr>
          <p:cNvSpPr/>
          <p:nvPr/>
        </p:nvSpPr>
        <p:spPr>
          <a:xfrm>
            <a:off x="8035184" y="5389031"/>
            <a:ext cx="4030146" cy="314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EA580C"/>
                </a:solidFill>
              </a:rPr>
              <a:t>2) Evidences </a:t>
            </a:r>
            <a:r>
              <a:rPr lang="en-US" sz="1200">
                <a:solidFill>
                  <a:srgbClr val="EA580C"/>
                </a:solidFill>
              </a:rPr>
              <a:t>(Policy clause, ticket information’s, …)</a:t>
            </a: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37DF6874-6194-9695-0CF5-A9C3F8B5D2F9}"/>
              </a:ext>
            </a:extLst>
          </p:cNvPr>
          <p:cNvSpPr/>
          <p:nvPr/>
        </p:nvSpPr>
        <p:spPr>
          <a:xfrm>
            <a:off x="8035184" y="5748392"/>
            <a:ext cx="4030146" cy="314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EA580C"/>
                </a:solidFill>
              </a:rPr>
              <a:t>2) Source </a:t>
            </a:r>
            <a:r>
              <a:rPr lang="en-US" sz="1200">
                <a:solidFill>
                  <a:srgbClr val="EA580C"/>
                </a:solidFill>
              </a:rPr>
              <a:t>(Document snippet)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D21BB4-B12D-DEAA-AE5C-1913489766AC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6FFD1F2A-6A6E-B49D-6D83-05841AA955F8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8" name="Freeform 46">
              <a:extLst>
                <a:ext uri="{FF2B5EF4-FFF2-40B4-BE49-F238E27FC236}">
                  <a16:creationId xmlns:a16="http://schemas.microsoft.com/office/drawing/2014/main" id="{E5687CCC-C0A9-A38E-D42E-54BF9E4B4C47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9" name="Freeform 47">
              <a:extLst>
                <a:ext uri="{FF2B5EF4-FFF2-40B4-BE49-F238E27FC236}">
                  <a16:creationId xmlns:a16="http://schemas.microsoft.com/office/drawing/2014/main" id="{BB6C9B8D-AD52-6B09-3404-2D2DCD17EE5B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10" name="Freeform 48">
              <a:extLst>
                <a:ext uri="{FF2B5EF4-FFF2-40B4-BE49-F238E27FC236}">
                  <a16:creationId xmlns:a16="http://schemas.microsoft.com/office/drawing/2014/main" id="{917EA5E1-B7C5-A026-C200-F7FD9A929D09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1F14342-59F7-C48F-1A03-9CDF32174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73C220B5-2AD9-B333-BB92-3F6CA0A72A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artisticMosiaicBubbles/>
                    </a14:imgEffect>
                  </a14:imgLayer>
                </a14:imgProps>
              </a:ext>
            </a:extLst>
          </a:blip>
          <a:srcRect r="21603"/>
          <a:stretch>
            <a:fillRect/>
          </a:stretch>
        </p:blipFill>
        <p:spPr>
          <a:xfrm>
            <a:off x="726488" y="1740407"/>
            <a:ext cx="4404333" cy="44960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75444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687383"/>
                </a:solidFill>
              </a:rPr>
              <a:t>TIMELINE</a:t>
            </a:r>
            <a:endParaRPr lang="en-US" sz="84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474C9513-EE32-4462-5C3F-310BD741A63C}"/>
              </a:ext>
            </a:extLst>
          </p:cNvPr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Tutorial Timeline</a:t>
            </a:r>
            <a:endParaRPr lang="en-US" sz="2400" dirty="0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2071648F-40D4-F1D0-2656-570E7FD5B970}"/>
              </a:ext>
            </a:extLst>
          </p:cNvPr>
          <p:cNvSpPr/>
          <p:nvPr/>
        </p:nvSpPr>
        <p:spPr>
          <a:xfrm>
            <a:off x="694944" y="122529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687383"/>
                </a:solidFill>
              </a:rPr>
              <a:t>We build the reimbursement assistant by adding one capability at a time.</a:t>
            </a:r>
            <a:endParaRPr lang="en-US" sz="1200"/>
          </a:p>
        </p:txBody>
      </p:sp>
      <p:sp>
        <p:nvSpPr>
          <p:cNvPr id="84" name="Text 8">
            <a:extLst>
              <a:ext uri="{FF2B5EF4-FFF2-40B4-BE49-F238E27FC236}">
                <a16:creationId xmlns:a16="http://schemas.microsoft.com/office/drawing/2014/main" id="{FA6E4588-FC20-EDAE-88DA-9134D73D11EA}"/>
              </a:ext>
            </a:extLst>
          </p:cNvPr>
          <p:cNvSpPr/>
          <p:nvPr/>
        </p:nvSpPr>
        <p:spPr>
          <a:xfrm>
            <a:off x="1116682" y="2799760"/>
            <a:ext cx="2998118" cy="4637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15:00 – 15:30 </a:t>
            </a:r>
            <a:r>
              <a:rPr lang="en-US" sz="1200" b="1" dirty="0">
                <a:solidFill>
                  <a:schemeClr val="bg1">
                    <a:lumMod val="75000"/>
                  </a:schemeClr>
                </a:solidFill>
              </a:rPr>
              <a:t>                               Coffee Break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6B89AC-F43D-E52D-2D3F-689A07BDBC1D}"/>
              </a:ext>
            </a:extLst>
          </p:cNvPr>
          <p:cNvGrpSpPr/>
          <p:nvPr/>
        </p:nvGrpSpPr>
        <p:grpSpPr>
          <a:xfrm>
            <a:off x="696242" y="1857911"/>
            <a:ext cx="9825139" cy="830288"/>
            <a:chOff x="696242" y="1857911"/>
            <a:chExt cx="9825139" cy="830288"/>
          </a:xfrm>
        </p:grpSpPr>
        <p:sp>
          <p:nvSpPr>
            <p:cNvPr id="7" name="Shape 5"/>
            <p:cNvSpPr/>
            <p:nvPr/>
          </p:nvSpPr>
          <p:spPr>
            <a:xfrm>
              <a:off x="696242" y="1857911"/>
              <a:ext cx="9825139" cy="826303"/>
            </a:xfrm>
            <a:prstGeom prst="roundRect">
              <a:avLst>
                <a:gd name="adj" fmla="val 2581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CH" sz="1200"/>
            </a:p>
          </p:txBody>
        </p:sp>
        <p:sp>
          <p:nvSpPr>
            <p:cNvPr id="8" name="Shape 6"/>
            <p:cNvSpPr/>
            <p:nvPr/>
          </p:nvSpPr>
          <p:spPr>
            <a:xfrm>
              <a:off x="696244" y="1857911"/>
              <a:ext cx="47092" cy="826303"/>
            </a:xfrm>
            <a:prstGeom prst="rect">
              <a:avLst/>
            </a:prstGeom>
            <a:solidFill>
              <a:srgbClr val="2463EC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CH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126442" y="2045909"/>
              <a:ext cx="1263653" cy="4637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87383"/>
                  </a:solidFill>
                </a:rPr>
                <a:t>13:30 – 15:00</a:t>
              </a:r>
            </a:p>
          </p:txBody>
        </p:sp>
        <p:sp>
          <p:nvSpPr>
            <p:cNvPr id="82" name="Text 8">
              <a:extLst>
                <a:ext uri="{FF2B5EF4-FFF2-40B4-BE49-F238E27FC236}">
                  <a16:creationId xmlns:a16="http://schemas.microsoft.com/office/drawing/2014/main" id="{4F21DBA5-14FB-B9AB-2158-A7C99B973803}"/>
                </a:ext>
              </a:extLst>
            </p:cNvPr>
            <p:cNvSpPr/>
            <p:nvPr/>
          </p:nvSpPr>
          <p:spPr>
            <a:xfrm>
              <a:off x="3016555" y="2045512"/>
              <a:ext cx="2551335" cy="4637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563EB"/>
                  </a:solidFill>
                </a:rPr>
                <a:t>Part 01: Foundations</a:t>
              </a:r>
            </a:p>
          </p:txBody>
        </p:sp>
        <p:sp>
          <p:nvSpPr>
            <p:cNvPr id="85" name="Text 8">
              <a:extLst>
                <a:ext uri="{FF2B5EF4-FFF2-40B4-BE49-F238E27FC236}">
                  <a16:creationId xmlns:a16="http://schemas.microsoft.com/office/drawing/2014/main" id="{3578F535-58C4-2D01-4F90-1F126444A464}"/>
                </a:ext>
              </a:extLst>
            </p:cNvPr>
            <p:cNvSpPr/>
            <p:nvPr/>
          </p:nvSpPr>
          <p:spPr>
            <a:xfrm>
              <a:off x="6844547" y="1926576"/>
              <a:ext cx="3488830" cy="686642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563EB"/>
                  </a:solidFill>
                </a:rPr>
                <a:t>LLM basics, first </a:t>
              </a:r>
              <a:r>
                <a:rPr lang="en-US" sz="1200" dirty="0" err="1">
                  <a:solidFill>
                    <a:srgbClr val="2563EB"/>
                  </a:solidFill>
                </a:rPr>
                <a:t>PydanticAI</a:t>
              </a:r>
              <a:r>
                <a:rPr lang="en-US" sz="1200" dirty="0">
                  <a:solidFill>
                    <a:srgbClr val="2563EB"/>
                  </a:solidFill>
                </a:rPr>
                <a:t> app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563EB"/>
                  </a:solidFill>
                </a:rPr>
                <a:t>RAG introduction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1A6ED77-7668-DA75-CE66-7BC1BD33F505}"/>
                </a:ext>
              </a:extLst>
            </p:cNvPr>
            <p:cNvCxnSpPr>
              <a:cxnSpLocks/>
            </p:cNvCxnSpPr>
            <p:nvPr/>
          </p:nvCxnSpPr>
          <p:spPr>
            <a:xfrm>
              <a:off x="2664823" y="1867416"/>
              <a:ext cx="0" cy="820783"/>
            </a:xfrm>
            <a:prstGeom prst="line">
              <a:avLst/>
            </a:prstGeom>
            <a:ln w="12700">
              <a:solidFill>
                <a:srgbClr val="D8E0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B883F9E-79F0-CDDC-17EF-F9FFBDD0439C}"/>
                </a:ext>
              </a:extLst>
            </p:cNvPr>
            <p:cNvCxnSpPr>
              <a:cxnSpLocks/>
            </p:cNvCxnSpPr>
            <p:nvPr/>
          </p:nvCxnSpPr>
          <p:spPr>
            <a:xfrm>
              <a:off x="6777104" y="1861119"/>
              <a:ext cx="0" cy="820783"/>
            </a:xfrm>
            <a:prstGeom prst="line">
              <a:avLst/>
            </a:prstGeom>
            <a:ln w="12700">
              <a:solidFill>
                <a:srgbClr val="D8E0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13CF90-2CE8-3B71-72C7-D54CDAA135E2}"/>
              </a:ext>
            </a:extLst>
          </p:cNvPr>
          <p:cNvGrpSpPr/>
          <p:nvPr/>
        </p:nvGrpSpPr>
        <p:grpSpPr>
          <a:xfrm>
            <a:off x="696242" y="3375117"/>
            <a:ext cx="9825135" cy="831660"/>
            <a:chOff x="696242" y="3068705"/>
            <a:chExt cx="9825135" cy="83166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5D6025F8-C8FA-97C3-495F-B01D38886F64}"/>
                </a:ext>
              </a:extLst>
            </p:cNvPr>
            <p:cNvGrpSpPr/>
            <p:nvPr/>
          </p:nvGrpSpPr>
          <p:grpSpPr>
            <a:xfrm>
              <a:off x="696242" y="3072366"/>
              <a:ext cx="9825135" cy="827999"/>
              <a:chOff x="733413" y="2612297"/>
              <a:chExt cx="9825135" cy="912412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733413" y="2612297"/>
                <a:ext cx="9825135" cy="912412"/>
              </a:xfrm>
              <a:prstGeom prst="roundRect">
                <a:avLst>
                  <a:gd name="adj" fmla="val 2581"/>
                </a:avLst>
              </a:prstGeom>
              <a:solidFill>
                <a:srgbClr val="FFFFFF"/>
              </a:solidFill>
              <a:ln w="12700">
                <a:solidFill>
                  <a:srgbClr val="D8E0E8"/>
                </a:solidFill>
                <a:prstDash val="solid"/>
              </a:ln>
            </p:spPr>
            <p:txBody>
              <a:bodyPr/>
              <a:lstStyle/>
              <a:p>
                <a:endParaRPr lang="en-CH" sz="1200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733415" y="2612297"/>
                <a:ext cx="47092" cy="912412"/>
              </a:xfrm>
              <a:prstGeom prst="rect">
                <a:avLst/>
              </a:prstGeom>
              <a:solidFill>
                <a:srgbClr val="16A34A"/>
              </a:solidFill>
              <a:ln w="12700">
                <a:solidFill>
                  <a:srgbClr val="16A34A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CH" sz="1200"/>
              </a:p>
            </p:txBody>
          </p:sp>
        </p:grpSp>
        <p:sp>
          <p:nvSpPr>
            <p:cNvPr id="92" name="Text 8">
              <a:extLst>
                <a:ext uri="{FF2B5EF4-FFF2-40B4-BE49-F238E27FC236}">
                  <a16:creationId xmlns:a16="http://schemas.microsoft.com/office/drawing/2014/main" id="{1774D2B3-A6F2-8657-A9B8-71BD96373E3C}"/>
                </a:ext>
              </a:extLst>
            </p:cNvPr>
            <p:cNvSpPr/>
            <p:nvPr/>
          </p:nvSpPr>
          <p:spPr>
            <a:xfrm>
              <a:off x="1126442" y="3260059"/>
              <a:ext cx="1263653" cy="4637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87383"/>
                  </a:solidFill>
                </a:rPr>
                <a:t>15:30 – 16:30</a:t>
              </a:r>
            </a:p>
          </p:txBody>
        </p:sp>
        <p:sp>
          <p:nvSpPr>
            <p:cNvPr id="93" name="Text 8">
              <a:extLst>
                <a:ext uri="{FF2B5EF4-FFF2-40B4-BE49-F238E27FC236}">
                  <a16:creationId xmlns:a16="http://schemas.microsoft.com/office/drawing/2014/main" id="{B7FBC1D4-F542-44A6-BB1C-407DA110DE33}"/>
                </a:ext>
              </a:extLst>
            </p:cNvPr>
            <p:cNvSpPr/>
            <p:nvPr/>
          </p:nvSpPr>
          <p:spPr>
            <a:xfrm>
              <a:off x="3016555" y="3253917"/>
              <a:ext cx="2828912" cy="4637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A34A"/>
                  </a:solidFill>
                </a:rPr>
                <a:t>Part 02: Agents and MCP protocol</a:t>
              </a:r>
            </a:p>
          </p:txBody>
        </p:sp>
        <p:sp>
          <p:nvSpPr>
            <p:cNvPr id="94" name="Text 8">
              <a:extLst>
                <a:ext uri="{FF2B5EF4-FFF2-40B4-BE49-F238E27FC236}">
                  <a16:creationId xmlns:a16="http://schemas.microsoft.com/office/drawing/2014/main" id="{866E84D7-9ADF-845A-A594-4651A3142005}"/>
                </a:ext>
              </a:extLst>
            </p:cNvPr>
            <p:cNvSpPr/>
            <p:nvPr/>
          </p:nvSpPr>
          <p:spPr>
            <a:xfrm>
              <a:off x="6844547" y="3142494"/>
              <a:ext cx="3488830" cy="686642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16A34A"/>
                  </a:solidFill>
                </a:rPr>
                <a:t>Simple tool calling, Connect tools through MCP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16A34A"/>
                  </a:solidFill>
                </a:rPr>
                <a:t>First prototype: Document tool agent</a:t>
              </a: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ABA84B7-2A17-BD26-373D-BA4EEE187090}"/>
                </a:ext>
              </a:extLst>
            </p:cNvPr>
            <p:cNvCxnSpPr>
              <a:cxnSpLocks/>
            </p:cNvCxnSpPr>
            <p:nvPr/>
          </p:nvCxnSpPr>
          <p:spPr>
            <a:xfrm>
              <a:off x="2668942" y="3075002"/>
              <a:ext cx="0" cy="820783"/>
            </a:xfrm>
            <a:prstGeom prst="line">
              <a:avLst/>
            </a:prstGeom>
            <a:ln w="12700">
              <a:solidFill>
                <a:srgbClr val="D8E0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3E7EF62-A819-4FF8-4419-7F9FBB2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6781223" y="3068705"/>
              <a:ext cx="0" cy="820783"/>
            </a:xfrm>
            <a:prstGeom prst="line">
              <a:avLst/>
            </a:prstGeom>
            <a:ln w="12700">
              <a:solidFill>
                <a:srgbClr val="D8E0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55DDED-1587-FD8A-9B04-4CD85BED48F9}"/>
              </a:ext>
            </a:extLst>
          </p:cNvPr>
          <p:cNvGrpSpPr/>
          <p:nvPr/>
        </p:nvGrpSpPr>
        <p:grpSpPr>
          <a:xfrm>
            <a:off x="696242" y="4893693"/>
            <a:ext cx="9825129" cy="828307"/>
            <a:chOff x="696242" y="4288209"/>
            <a:chExt cx="9825129" cy="828307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CE64EDE-B308-038A-4B55-60D731ECF061}"/>
                </a:ext>
              </a:extLst>
            </p:cNvPr>
            <p:cNvGrpSpPr/>
            <p:nvPr/>
          </p:nvGrpSpPr>
          <p:grpSpPr>
            <a:xfrm>
              <a:off x="696242" y="4288517"/>
              <a:ext cx="9825129" cy="827999"/>
              <a:chOff x="714646" y="3576537"/>
              <a:chExt cx="9825129" cy="912412"/>
            </a:xfrm>
          </p:grpSpPr>
          <p:sp>
            <p:nvSpPr>
              <p:cNvPr id="17" name="Shape 15"/>
              <p:cNvSpPr/>
              <p:nvPr/>
            </p:nvSpPr>
            <p:spPr>
              <a:xfrm>
                <a:off x="714646" y="3576537"/>
                <a:ext cx="9825129" cy="912412"/>
              </a:xfrm>
              <a:prstGeom prst="roundRect">
                <a:avLst>
                  <a:gd name="adj" fmla="val 2581"/>
                </a:avLst>
              </a:prstGeom>
              <a:solidFill>
                <a:srgbClr val="FFFFFF"/>
              </a:solidFill>
              <a:ln w="12700">
                <a:solidFill>
                  <a:srgbClr val="D8E0E8"/>
                </a:solidFill>
                <a:prstDash val="solid"/>
              </a:ln>
            </p:spPr>
            <p:txBody>
              <a:bodyPr/>
              <a:lstStyle/>
              <a:p>
                <a:endParaRPr lang="en-CH" sz="1200"/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714647" y="3576537"/>
                <a:ext cx="47092" cy="912412"/>
              </a:xfrm>
              <a:prstGeom prst="rect">
                <a:avLst/>
              </a:prstGeom>
              <a:solidFill>
                <a:srgbClr val="EA580C"/>
              </a:solidFill>
              <a:ln w="12700">
                <a:solidFill>
                  <a:srgbClr val="EA580C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CH" sz="1200"/>
              </a:p>
            </p:txBody>
          </p:sp>
        </p:grpSp>
        <p:sp>
          <p:nvSpPr>
            <p:cNvPr id="98" name="Text 8">
              <a:extLst>
                <a:ext uri="{FF2B5EF4-FFF2-40B4-BE49-F238E27FC236}">
                  <a16:creationId xmlns:a16="http://schemas.microsoft.com/office/drawing/2014/main" id="{14E6A459-F499-102B-41F8-E52C4EFB6F21}"/>
                </a:ext>
              </a:extLst>
            </p:cNvPr>
            <p:cNvSpPr/>
            <p:nvPr/>
          </p:nvSpPr>
          <p:spPr>
            <a:xfrm>
              <a:off x="1126442" y="4472999"/>
              <a:ext cx="1263653" cy="4637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87383"/>
                  </a:solidFill>
                </a:rPr>
                <a:t>16:35 – 17:00</a:t>
              </a:r>
            </a:p>
          </p:txBody>
        </p:sp>
        <p:sp>
          <p:nvSpPr>
            <p:cNvPr id="99" name="Text 8">
              <a:extLst>
                <a:ext uri="{FF2B5EF4-FFF2-40B4-BE49-F238E27FC236}">
                  <a16:creationId xmlns:a16="http://schemas.microsoft.com/office/drawing/2014/main" id="{58AA3D24-C5DB-7C2B-AF7F-F887AB24E369}"/>
                </a:ext>
              </a:extLst>
            </p:cNvPr>
            <p:cNvSpPr/>
            <p:nvPr/>
          </p:nvSpPr>
          <p:spPr>
            <a:xfrm>
              <a:off x="3016555" y="4472602"/>
              <a:ext cx="2551335" cy="46379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A580C"/>
                  </a:solidFill>
                </a:rPr>
                <a:t>Optional Support</a:t>
              </a:r>
            </a:p>
          </p:txBody>
        </p:sp>
        <p:sp>
          <p:nvSpPr>
            <p:cNvPr id="101" name="Text 8">
              <a:extLst>
                <a:ext uri="{FF2B5EF4-FFF2-40B4-BE49-F238E27FC236}">
                  <a16:creationId xmlns:a16="http://schemas.microsoft.com/office/drawing/2014/main" id="{80F5B1A1-93B1-CEB8-238B-35E47F33FEFB}"/>
                </a:ext>
              </a:extLst>
            </p:cNvPr>
            <p:cNvSpPr/>
            <p:nvPr/>
          </p:nvSpPr>
          <p:spPr>
            <a:xfrm>
              <a:off x="6844547" y="4353666"/>
              <a:ext cx="3488830" cy="686642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EA580C"/>
                  </a:solidFill>
                </a:rPr>
                <a:t>Guardrails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EA580C"/>
                  </a:solidFill>
                </a:rPr>
                <a:t>Q&amp;A</a:t>
              </a:r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D340EEC-D2A6-05E0-F6AE-9BFB8C40A46F}"/>
                </a:ext>
              </a:extLst>
            </p:cNvPr>
            <p:cNvCxnSpPr>
              <a:cxnSpLocks/>
            </p:cNvCxnSpPr>
            <p:nvPr/>
          </p:nvCxnSpPr>
          <p:spPr>
            <a:xfrm>
              <a:off x="2664823" y="4294506"/>
              <a:ext cx="0" cy="820783"/>
            </a:xfrm>
            <a:prstGeom prst="line">
              <a:avLst/>
            </a:prstGeom>
            <a:ln w="12700">
              <a:solidFill>
                <a:srgbClr val="D8E0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BD938EB-3E3D-72A7-2BC6-888B20828144}"/>
                </a:ext>
              </a:extLst>
            </p:cNvPr>
            <p:cNvCxnSpPr>
              <a:cxnSpLocks/>
            </p:cNvCxnSpPr>
            <p:nvPr/>
          </p:nvCxnSpPr>
          <p:spPr>
            <a:xfrm>
              <a:off x="6777104" y="4288209"/>
              <a:ext cx="0" cy="820783"/>
            </a:xfrm>
            <a:prstGeom prst="line">
              <a:avLst/>
            </a:prstGeom>
            <a:ln w="12700">
              <a:solidFill>
                <a:srgbClr val="D8E0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Text 8">
            <a:extLst>
              <a:ext uri="{FF2B5EF4-FFF2-40B4-BE49-F238E27FC236}">
                <a16:creationId xmlns:a16="http://schemas.microsoft.com/office/drawing/2014/main" id="{26064513-8C95-BD60-A40D-AAEDA3A17383}"/>
              </a:ext>
            </a:extLst>
          </p:cNvPr>
          <p:cNvSpPr/>
          <p:nvPr/>
        </p:nvSpPr>
        <p:spPr>
          <a:xfrm>
            <a:off x="1126442" y="4318338"/>
            <a:ext cx="2625755" cy="4637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16:30 – 16:35 </a:t>
            </a:r>
            <a:r>
              <a:rPr lang="en-US" sz="1200" b="1" dirty="0">
                <a:solidFill>
                  <a:schemeClr val="bg1">
                    <a:lumMod val="75000"/>
                  </a:schemeClr>
                </a:solidFill>
              </a:rPr>
              <a:t>                               Break</a:t>
            </a:r>
          </a:p>
        </p:txBody>
      </p:sp>
      <p:sp>
        <p:nvSpPr>
          <p:cNvPr id="1051" name="Shape 4">
            <a:extLst>
              <a:ext uri="{FF2B5EF4-FFF2-40B4-BE49-F238E27FC236}">
                <a16:creationId xmlns:a16="http://schemas.microsoft.com/office/drawing/2014/main" id="{75489EA1-C10A-5951-9F81-EC9DBA2BAE42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pic>
        <p:nvPicPr>
          <p:cNvPr id="1052" name="Graphic 1051" descr="Brain with solid fill">
            <a:extLst>
              <a:ext uri="{FF2B5EF4-FFF2-40B4-BE49-F238E27FC236}">
                <a16:creationId xmlns:a16="http://schemas.microsoft.com/office/drawing/2014/main" id="{DDD16A8E-F8BA-CEAE-105B-BEEA3D00F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1053" name="Graphic 1052" descr="Database with solid fill">
            <a:extLst>
              <a:ext uri="{FF2B5EF4-FFF2-40B4-BE49-F238E27FC236}">
                <a16:creationId xmlns:a16="http://schemas.microsoft.com/office/drawing/2014/main" id="{431D4537-64E5-65DE-988E-EB0B31D5BF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1056" name="Shape 17">
            <a:extLst>
              <a:ext uri="{FF2B5EF4-FFF2-40B4-BE49-F238E27FC236}">
                <a16:creationId xmlns:a16="http://schemas.microsoft.com/office/drawing/2014/main" id="{6B4AE6E7-ED00-BB46-3800-76961881C159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057" name="Shape 17">
            <a:extLst>
              <a:ext uri="{FF2B5EF4-FFF2-40B4-BE49-F238E27FC236}">
                <a16:creationId xmlns:a16="http://schemas.microsoft.com/office/drawing/2014/main" id="{F2C1C0DE-20D0-20BC-4BF7-94B2F9257D6B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059" name="Shape 17">
            <a:extLst>
              <a:ext uri="{FF2B5EF4-FFF2-40B4-BE49-F238E27FC236}">
                <a16:creationId xmlns:a16="http://schemas.microsoft.com/office/drawing/2014/main" id="{4FBB47F8-6FA9-6531-4D67-DEF18A237A42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D956EA55-2661-4E43-F57A-7DA42C2DF7C1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41BAD74D-8B8C-623E-FBB5-8EA6F37ABA1D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C8D1CCA9-8F78-6430-BCF1-2914B21020BE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1065" name="Graphic 1064" descr="Shield Tick with solid fill">
            <a:extLst>
              <a:ext uri="{FF2B5EF4-FFF2-40B4-BE49-F238E27FC236}">
                <a16:creationId xmlns:a16="http://schemas.microsoft.com/office/drawing/2014/main" id="{476C3D19-6155-10FB-5D75-AA94850AA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1066" name="Shape 17">
            <a:extLst>
              <a:ext uri="{FF2B5EF4-FFF2-40B4-BE49-F238E27FC236}">
                <a16:creationId xmlns:a16="http://schemas.microsoft.com/office/drawing/2014/main" id="{F9601875-773B-D9AC-5CD6-3D8D22D1C329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09E76C7-C7C9-17DC-525D-565956EC354A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1068" name="Graphic 1067" descr="Circles with lines with solid fill">
            <a:extLst>
              <a:ext uri="{FF2B5EF4-FFF2-40B4-BE49-F238E27FC236}">
                <a16:creationId xmlns:a16="http://schemas.microsoft.com/office/drawing/2014/main" id="{43D83740-8D77-F5F7-3E2F-9ECB98D364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20" name="Graphic 19" descr="Head with gears with solid fill">
            <a:extLst>
              <a:ext uri="{FF2B5EF4-FFF2-40B4-BE49-F238E27FC236}">
                <a16:creationId xmlns:a16="http://schemas.microsoft.com/office/drawing/2014/main" id="{C05E9C4E-AD11-1463-D65A-8C31AD5B5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F04FCEF-19F9-5C35-4993-0D38E7C183D1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1AFB09-F18D-ED5D-3CB7-C0C98067301F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BF7F33BF-6063-AE29-525F-5853BF637914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5" name="Freeform 46">
              <a:extLst>
                <a:ext uri="{FF2B5EF4-FFF2-40B4-BE49-F238E27FC236}">
                  <a16:creationId xmlns:a16="http://schemas.microsoft.com/office/drawing/2014/main" id="{E913FE3C-6329-A73F-41C3-9F31F32B20ED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6" name="Freeform 47">
              <a:extLst>
                <a:ext uri="{FF2B5EF4-FFF2-40B4-BE49-F238E27FC236}">
                  <a16:creationId xmlns:a16="http://schemas.microsoft.com/office/drawing/2014/main" id="{BD6C3F14-3040-AEC3-199D-33660D40BFF2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9" name="Freeform 48">
              <a:extLst>
                <a:ext uri="{FF2B5EF4-FFF2-40B4-BE49-F238E27FC236}">
                  <a16:creationId xmlns:a16="http://schemas.microsoft.com/office/drawing/2014/main" id="{CA1F504F-FBFC-F3D7-90D9-700C3D03C351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1A3CC92-A24D-7838-4B14-911ACE582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90F1E-5A69-EEDA-B635-0D05389E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A9AD79-614B-3BFE-2F52-94928B9C2EE0}"/>
              </a:ext>
            </a:extLst>
          </p:cNvPr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87383"/>
                </a:solidFill>
              </a:rPr>
              <a:t>GITHUB</a:t>
            </a:r>
            <a:endParaRPr lang="en-US" sz="840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B07E696D-995A-12FD-41E5-CAC11467FB6A}"/>
              </a:ext>
            </a:extLst>
          </p:cNvPr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Tutorial Repository</a:t>
            </a:r>
            <a:endParaRPr lang="en-US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E7E6FC-2C8A-2441-894A-F283B6082506}"/>
              </a:ext>
            </a:extLst>
          </p:cNvPr>
          <p:cNvSpPr txBox="1">
            <a:spLocks/>
          </p:cNvSpPr>
          <p:nvPr/>
        </p:nvSpPr>
        <p:spPr>
          <a:xfrm>
            <a:off x="685800" y="1396449"/>
            <a:ext cx="6392265" cy="5333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H" sz="2000" dirty="0" err="1"/>
              <a:t>Github</a:t>
            </a:r>
            <a:r>
              <a:rPr lang="fr-CH" sz="2000" dirty="0"/>
              <a:t>: </a:t>
            </a:r>
            <a:r>
              <a:rPr lang="fr-CH" sz="2000" dirty="0">
                <a:solidFill>
                  <a:srgbClr val="2563EB"/>
                </a:solidFill>
              </a:rPr>
              <a:t>https://</a:t>
            </a:r>
            <a:r>
              <a:rPr lang="fr-CH" sz="2000" dirty="0" err="1">
                <a:solidFill>
                  <a:srgbClr val="2563EB"/>
                </a:solidFill>
              </a:rPr>
              <a:t>github.com</a:t>
            </a:r>
            <a:r>
              <a:rPr lang="fr-CH" sz="2000" dirty="0">
                <a:solidFill>
                  <a:srgbClr val="2563EB"/>
                </a:solidFill>
              </a:rPr>
              <a:t>/</a:t>
            </a:r>
            <a:r>
              <a:rPr lang="fr-CH" sz="2000" dirty="0" err="1">
                <a:solidFill>
                  <a:srgbClr val="2563EB"/>
                </a:solidFill>
              </a:rPr>
              <a:t>ovaccarelli</a:t>
            </a:r>
            <a:r>
              <a:rPr lang="fr-CH" sz="2000" dirty="0">
                <a:solidFill>
                  <a:srgbClr val="2563EB"/>
                </a:solidFill>
              </a:rPr>
              <a:t>/</a:t>
            </a:r>
            <a:r>
              <a:rPr lang="fr-CH" sz="2000" dirty="0" err="1">
                <a:solidFill>
                  <a:srgbClr val="2563EB"/>
                </a:solidFill>
              </a:rPr>
              <a:t>tutorial_ICDAR</a:t>
            </a:r>
            <a:endParaRPr lang="fr-CH" sz="2000" dirty="0">
              <a:solidFill>
                <a:srgbClr val="2563EB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DFE46A-9324-F4D8-7FFB-6E7FB742C122}"/>
              </a:ext>
            </a:extLst>
          </p:cNvPr>
          <p:cNvSpPr txBox="1"/>
          <p:nvPr/>
        </p:nvSpPr>
        <p:spPr>
          <a:xfrm>
            <a:off x="685800" y="2081766"/>
            <a:ext cx="113537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/>
              <a:t>tutorial_ICDAR</a:t>
            </a:r>
            <a:r>
              <a:rPr lang="fr-FR" sz="2000" dirty="0"/>
              <a:t>/</a:t>
            </a:r>
          </a:p>
          <a:p>
            <a:r>
              <a:rPr lang="fr-FR" sz="2000" dirty="0"/>
              <a:t>├ data/</a:t>
            </a:r>
          </a:p>
          <a:p>
            <a:r>
              <a:rPr lang="fr-FR" sz="2000" dirty="0"/>
              <a:t>├ </a:t>
            </a:r>
            <a:r>
              <a:rPr lang="fr-FR" sz="2000" dirty="0" err="1"/>
              <a:t>exercises</a:t>
            </a:r>
            <a:r>
              <a:rPr lang="fr-FR" sz="2000" dirty="0"/>
              <a:t>/</a:t>
            </a:r>
          </a:p>
          <a:p>
            <a:r>
              <a:rPr lang="fr-FR" sz="2000" dirty="0"/>
              <a:t>     ├ part_01/</a:t>
            </a:r>
          </a:p>
          <a:p>
            <a:r>
              <a:rPr lang="fr-FR" sz="2000" dirty="0"/>
              <a:t>     ├ part_02/</a:t>
            </a:r>
          </a:p>
          <a:p>
            <a:r>
              <a:rPr lang="fr-FR" sz="2000" dirty="0"/>
              <a:t>     ├ part_02_BONUS/</a:t>
            </a:r>
          </a:p>
          <a:p>
            <a:r>
              <a:rPr lang="fr-FR" sz="2000" dirty="0"/>
              <a:t>├ </a:t>
            </a:r>
            <a:r>
              <a:rPr lang="fr-FR" sz="2000" dirty="0" err="1"/>
              <a:t>presentation</a:t>
            </a:r>
            <a:r>
              <a:rPr lang="fr-FR" sz="2000" dirty="0"/>
              <a:t>/        ← </a:t>
            </a:r>
            <a:r>
              <a:rPr lang="fr-FR" sz="2000" dirty="0" err="1"/>
              <a:t>this</a:t>
            </a:r>
            <a:r>
              <a:rPr lang="fr-FR" sz="2000" dirty="0"/>
              <a:t> </a:t>
            </a:r>
            <a:r>
              <a:rPr lang="fr-FR" sz="2000" dirty="0" err="1"/>
              <a:t>presentation</a:t>
            </a:r>
            <a:endParaRPr lang="fr-FR" sz="2000" dirty="0"/>
          </a:p>
          <a:p>
            <a:r>
              <a:rPr lang="fr-FR" sz="2000" dirty="0"/>
              <a:t>├ solutions/               ← all the solutions to the </a:t>
            </a:r>
            <a:r>
              <a:rPr lang="fr-FR" sz="2000" dirty="0" err="1"/>
              <a:t>exercises</a:t>
            </a:r>
            <a:endParaRPr lang="fr-FR" sz="2000" dirty="0"/>
          </a:p>
          <a:p>
            <a:r>
              <a:rPr lang="fr-FR" sz="2000" dirty="0"/>
              <a:t>├ src/                            ← </a:t>
            </a:r>
            <a:r>
              <a:rPr lang="fr-FR" sz="2000" dirty="0" err="1"/>
              <a:t>utils</a:t>
            </a:r>
            <a:r>
              <a:rPr lang="fr-FR" sz="2000" dirty="0"/>
              <a:t>  </a:t>
            </a:r>
          </a:p>
          <a:p>
            <a:r>
              <a:rPr lang="fr-FR" sz="2000" dirty="0"/>
              <a:t>├ </a:t>
            </a:r>
            <a:r>
              <a:rPr lang="fr-FR" sz="2000" dirty="0" err="1"/>
              <a:t>README.md</a:t>
            </a:r>
            <a:endParaRPr lang="fr-FR" sz="20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C37D2A-52FA-3634-DFB2-6D2343D2C3D8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pic>
        <p:nvPicPr>
          <p:cNvPr id="10" name="Graphic 9" descr="Brain with solid fill">
            <a:extLst>
              <a:ext uri="{FF2B5EF4-FFF2-40B4-BE49-F238E27FC236}">
                <a16:creationId xmlns:a16="http://schemas.microsoft.com/office/drawing/2014/main" id="{38EAC1BD-D9E8-8C92-60C6-6B1E7F6FD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19" name="Graphic 18" descr="Database with solid fill">
            <a:extLst>
              <a:ext uri="{FF2B5EF4-FFF2-40B4-BE49-F238E27FC236}">
                <a16:creationId xmlns:a16="http://schemas.microsoft.com/office/drawing/2014/main" id="{B10CEB3D-FE22-2718-7854-69A2434816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23" name="Shape 17">
            <a:extLst>
              <a:ext uri="{FF2B5EF4-FFF2-40B4-BE49-F238E27FC236}">
                <a16:creationId xmlns:a16="http://schemas.microsoft.com/office/drawing/2014/main" id="{B8D7F186-08B6-62BB-4761-CC4B426513CA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2D81CD91-C11D-BB78-B590-9FC2AD838760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18B6D16D-AAF4-F602-E3F2-1947D75DBCC7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C725B9-F842-9D84-DC8F-59C4AC2B1AC4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23F73B-8A9C-A37A-C9DD-228EA1A0FDB2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180C9A-49C6-861E-6E2A-F85802E19585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32" name="Graphic 31" descr="Shield Tick with solid fill">
            <a:extLst>
              <a:ext uri="{FF2B5EF4-FFF2-40B4-BE49-F238E27FC236}">
                <a16:creationId xmlns:a16="http://schemas.microsoft.com/office/drawing/2014/main" id="{DFC8FE3E-0E46-00AB-015F-72CD44384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33" name="Shape 17">
            <a:extLst>
              <a:ext uri="{FF2B5EF4-FFF2-40B4-BE49-F238E27FC236}">
                <a16:creationId xmlns:a16="http://schemas.microsoft.com/office/drawing/2014/main" id="{EFD2691E-A81F-C503-8CEE-0F4047D6F1B1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F209F8-4ABA-120E-0D37-BCADA3A7FF15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35" name="Graphic 34" descr="Circles with lines with solid fill">
            <a:extLst>
              <a:ext uri="{FF2B5EF4-FFF2-40B4-BE49-F238E27FC236}">
                <a16:creationId xmlns:a16="http://schemas.microsoft.com/office/drawing/2014/main" id="{B936BBA3-A81E-3C40-08FA-890E31EBA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36" name="Graphic 35" descr="Head with gears with solid fill">
            <a:extLst>
              <a:ext uri="{FF2B5EF4-FFF2-40B4-BE49-F238E27FC236}">
                <a16:creationId xmlns:a16="http://schemas.microsoft.com/office/drawing/2014/main" id="{BCAC315F-6B16-FC7D-D279-FF4AC2807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FE14942-BC01-A3F3-623D-6E41BEE73DD2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1E6F010-3029-EA7F-943E-E2E2C9A9726A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39" name="Shape 4">
              <a:extLst>
                <a:ext uri="{FF2B5EF4-FFF2-40B4-BE49-F238E27FC236}">
                  <a16:creationId xmlns:a16="http://schemas.microsoft.com/office/drawing/2014/main" id="{86B1E8AD-66BE-FCE5-79DE-770050E20030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40" name="Freeform 46">
              <a:extLst>
                <a:ext uri="{FF2B5EF4-FFF2-40B4-BE49-F238E27FC236}">
                  <a16:creationId xmlns:a16="http://schemas.microsoft.com/office/drawing/2014/main" id="{FFD931AE-90A5-2B5F-4A82-708633E5F3C8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41" name="Freeform 47">
              <a:extLst>
                <a:ext uri="{FF2B5EF4-FFF2-40B4-BE49-F238E27FC236}">
                  <a16:creationId xmlns:a16="http://schemas.microsoft.com/office/drawing/2014/main" id="{42106E9B-CFF0-D2FA-9B33-86B81E32DD46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42" name="Freeform 48">
              <a:extLst>
                <a:ext uri="{FF2B5EF4-FFF2-40B4-BE49-F238E27FC236}">
                  <a16:creationId xmlns:a16="http://schemas.microsoft.com/office/drawing/2014/main" id="{2B3C8733-AD7F-6CBB-6C89-07A62C663B66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5181BF8-0E28-4E7D-26D5-843443004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388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2B93-DF8A-124D-6B0A-9F2242CF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9">
            <a:extLst>
              <a:ext uri="{FF2B5EF4-FFF2-40B4-BE49-F238E27FC236}">
                <a16:creationId xmlns:a16="http://schemas.microsoft.com/office/drawing/2014/main" id="{31DAE84F-6DAD-C697-1B9D-BDE508073244}"/>
              </a:ext>
            </a:extLst>
          </p:cNvPr>
          <p:cNvSpPr/>
          <p:nvPr/>
        </p:nvSpPr>
        <p:spPr>
          <a:xfrm>
            <a:off x="5053914" y="1796375"/>
            <a:ext cx="6999761" cy="2503817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>
              <a:latin typeface="Raleway" pitchFamily="2" charset="77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4E20F47-4806-37A7-0D02-2C59588C1381}"/>
              </a:ext>
            </a:extLst>
          </p:cNvPr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687383"/>
                </a:solidFill>
              </a:rPr>
              <a:t>PART 01 | LLM</a:t>
            </a:r>
            <a:endParaRPr lang="en-US" sz="84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E2B608-80C1-FA09-18D4-25DCBC78DC75}"/>
              </a:ext>
            </a:extLst>
          </p:cNvPr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LLM?</a:t>
            </a:r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999D8F-4674-1EB3-7BD9-34CA23218792}"/>
              </a:ext>
            </a:extLst>
          </p:cNvPr>
          <p:cNvSpPr/>
          <p:nvPr/>
        </p:nvSpPr>
        <p:spPr>
          <a:xfrm>
            <a:off x="694944" y="122529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687383"/>
                </a:solidFill>
              </a:rPr>
              <a:t>AI system trained on vast amounts of text that can understand context and generate human-like language.</a:t>
            </a:r>
            <a:endParaRPr lang="en-US" sz="1160"/>
          </a:p>
        </p:txBody>
      </p:sp>
      <p:sp>
        <p:nvSpPr>
          <p:cNvPr id="195" name="Shape 9">
            <a:extLst>
              <a:ext uri="{FF2B5EF4-FFF2-40B4-BE49-F238E27FC236}">
                <a16:creationId xmlns:a16="http://schemas.microsoft.com/office/drawing/2014/main" id="{FD46201D-8330-2E4B-08A4-AB0CB7AFACF6}"/>
              </a:ext>
            </a:extLst>
          </p:cNvPr>
          <p:cNvSpPr/>
          <p:nvPr/>
        </p:nvSpPr>
        <p:spPr>
          <a:xfrm>
            <a:off x="758951" y="1809579"/>
            <a:ext cx="4016249" cy="2503817"/>
          </a:xfrm>
          <a:prstGeom prst="roundRect">
            <a:avLst>
              <a:gd name="adj" fmla="val 2759"/>
            </a:avLst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>
              <a:latin typeface="Raleway" pitchFamily="2" charset="77"/>
            </a:endParaRPr>
          </a:p>
        </p:txBody>
      </p:sp>
      <p:sp>
        <p:nvSpPr>
          <p:cNvPr id="198" name="Text 7">
            <a:extLst>
              <a:ext uri="{FF2B5EF4-FFF2-40B4-BE49-F238E27FC236}">
                <a16:creationId xmlns:a16="http://schemas.microsoft.com/office/drawing/2014/main" id="{7AE3876F-F6D7-4C42-CD3E-5DE17398EF5B}"/>
              </a:ext>
            </a:extLst>
          </p:cNvPr>
          <p:cNvSpPr/>
          <p:nvPr/>
        </p:nvSpPr>
        <p:spPr>
          <a:xfrm>
            <a:off x="1277013" y="2021723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EA580C"/>
                </a:solidFill>
              </a:rPr>
              <a:t>Core Idea</a:t>
            </a:r>
            <a:endParaRPr lang="en-US" sz="1400">
              <a:solidFill>
                <a:srgbClr val="EA580C"/>
              </a:solidFill>
            </a:endParaRPr>
          </a:p>
        </p:txBody>
      </p:sp>
      <p:pic>
        <p:nvPicPr>
          <p:cNvPr id="200" name="Graphic 199" descr="Lights On with solid fill">
            <a:extLst>
              <a:ext uri="{FF2B5EF4-FFF2-40B4-BE49-F238E27FC236}">
                <a16:creationId xmlns:a16="http://schemas.microsoft.com/office/drawing/2014/main" id="{8C12298F-052C-D6A7-8F38-BB701DEE0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182" y="1896241"/>
            <a:ext cx="444910" cy="444910"/>
          </a:xfrm>
          <a:prstGeom prst="rect">
            <a:avLst/>
          </a:prstGeom>
        </p:spPr>
      </p:pic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C406B27A-7B92-A7DC-FBC0-AF61FD39FAB3}"/>
              </a:ext>
            </a:extLst>
          </p:cNvPr>
          <p:cNvCxnSpPr>
            <a:cxnSpLocks/>
          </p:cNvCxnSpPr>
          <p:nvPr/>
        </p:nvCxnSpPr>
        <p:spPr>
          <a:xfrm>
            <a:off x="1305685" y="2342929"/>
            <a:ext cx="2995124" cy="0"/>
          </a:xfrm>
          <a:prstGeom prst="line">
            <a:avLst/>
          </a:prstGeom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Graphic 203" descr="Badge 1 with solid fill">
            <a:extLst>
              <a:ext uri="{FF2B5EF4-FFF2-40B4-BE49-F238E27FC236}">
                <a16:creationId xmlns:a16="http://schemas.microsoft.com/office/drawing/2014/main" id="{77074807-7226-51B0-1BC7-54B7F76B6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870" y="2468224"/>
            <a:ext cx="283534" cy="283533"/>
          </a:xfrm>
          <a:prstGeom prst="rect">
            <a:avLst/>
          </a:prstGeom>
        </p:spPr>
      </p:pic>
      <p:sp>
        <p:nvSpPr>
          <p:cNvPr id="205" name="Text 7">
            <a:extLst>
              <a:ext uri="{FF2B5EF4-FFF2-40B4-BE49-F238E27FC236}">
                <a16:creationId xmlns:a16="http://schemas.microsoft.com/office/drawing/2014/main" id="{477D8194-7831-0095-35CD-0ED06FD1217A}"/>
              </a:ext>
            </a:extLst>
          </p:cNvPr>
          <p:cNvSpPr/>
          <p:nvPr/>
        </p:nvSpPr>
        <p:spPr>
          <a:xfrm>
            <a:off x="1277013" y="2501358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EA580C"/>
                </a:solidFill>
              </a:rPr>
              <a:t>Context in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08A7899-68FB-94E9-0EEF-469C18D59B19}"/>
              </a:ext>
            </a:extLst>
          </p:cNvPr>
          <p:cNvGrpSpPr/>
          <p:nvPr/>
        </p:nvGrpSpPr>
        <p:grpSpPr>
          <a:xfrm>
            <a:off x="922870" y="2859561"/>
            <a:ext cx="3399095" cy="283534"/>
            <a:chOff x="922870" y="2859561"/>
            <a:chExt cx="3399095" cy="283534"/>
          </a:xfrm>
        </p:grpSpPr>
        <p:sp>
          <p:nvSpPr>
            <p:cNvPr id="207" name="Text 7">
              <a:extLst>
                <a:ext uri="{FF2B5EF4-FFF2-40B4-BE49-F238E27FC236}">
                  <a16:creationId xmlns:a16="http://schemas.microsoft.com/office/drawing/2014/main" id="{416E496F-4A5A-76AC-3652-03CDCCDC3FDF}"/>
                </a:ext>
              </a:extLst>
            </p:cNvPr>
            <p:cNvSpPr/>
            <p:nvPr/>
          </p:nvSpPr>
          <p:spPr>
            <a:xfrm>
              <a:off x="1277013" y="2910185"/>
              <a:ext cx="3044952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>
                  <a:solidFill>
                    <a:srgbClr val="EA580C"/>
                  </a:solidFill>
                </a:rPr>
                <a:t>Tokenize</a:t>
              </a:r>
            </a:p>
          </p:txBody>
        </p:sp>
        <p:pic>
          <p:nvPicPr>
            <p:cNvPr id="208" name="Graphic 207" descr="Badge with solid fill">
              <a:extLst>
                <a:ext uri="{FF2B5EF4-FFF2-40B4-BE49-F238E27FC236}">
                  <a16:creationId xmlns:a16="http://schemas.microsoft.com/office/drawing/2014/main" id="{AFAC11CA-97C6-352D-C9B5-06DFA64AA3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2870" y="2859561"/>
              <a:ext cx="283534" cy="283534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570D08-A6FE-3829-0BC8-04DB1B8C7315}"/>
              </a:ext>
            </a:extLst>
          </p:cNvPr>
          <p:cNvGrpSpPr/>
          <p:nvPr/>
        </p:nvGrpSpPr>
        <p:grpSpPr>
          <a:xfrm>
            <a:off x="6024326" y="2277583"/>
            <a:ext cx="842133" cy="1056318"/>
            <a:chOff x="6024326" y="2277583"/>
            <a:chExt cx="842133" cy="1056318"/>
          </a:xfrm>
        </p:grpSpPr>
        <p:sp>
          <p:nvSpPr>
            <p:cNvPr id="216" name="Shape 17">
              <a:extLst>
                <a:ext uri="{FF2B5EF4-FFF2-40B4-BE49-F238E27FC236}">
                  <a16:creationId xmlns:a16="http://schemas.microsoft.com/office/drawing/2014/main" id="{5F8D5B5A-87D5-095F-141B-3F2F5E80145A}"/>
                </a:ext>
              </a:extLst>
            </p:cNvPr>
            <p:cNvSpPr/>
            <p:nvPr/>
          </p:nvSpPr>
          <p:spPr>
            <a:xfrm flipH="1">
              <a:off x="6437331" y="2277583"/>
              <a:ext cx="0" cy="1056318"/>
            </a:xfrm>
            <a:prstGeom prst="line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DC07A5C9-B80A-695F-D86B-A08B02639306}"/>
                </a:ext>
              </a:extLst>
            </p:cNvPr>
            <p:cNvSpPr/>
            <p:nvPr/>
          </p:nvSpPr>
          <p:spPr>
            <a:xfrm>
              <a:off x="6024326" y="2599251"/>
              <a:ext cx="842133" cy="39019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Tokenizer Encoding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2CE92E-CF89-324C-4103-145E7947DF2E}"/>
              </a:ext>
            </a:extLst>
          </p:cNvPr>
          <p:cNvGrpSpPr/>
          <p:nvPr/>
        </p:nvGrpSpPr>
        <p:grpSpPr>
          <a:xfrm>
            <a:off x="922870" y="3250899"/>
            <a:ext cx="3399095" cy="283533"/>
            <a:chOff x="922870" y="3250899"/>
            <a:chExt cx="3399095" cy="283533"/>
          </a:xfrm>
        </p:grpSpPr>
        <p:pic>
          <p:nvPicPr>
            <p:cNvPr id="28" name="Graphic 27" descr="Badge 3 with solid fill">
              <a:extLst>
                <a:ext uri="{FF2B5EF4-FFF2-40B4-BE49-F238E27FC236}">
                  <a16:creationId xmlns:a16="http://schemas.microsoft.com/office/drawing/2014/main" id="{A435DF40-C090-AB13-6B17-411F3FD9A1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2870" y="3250899"/>
              <a:ext cx="283534" cy="283533"/>
            </a:xfrm>
            <a:prstGeom prst="rect">
              <a:avLst/>
            </a:prstGeom>
          </p:spPr>
        </p:pic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514E8BF7-79B9-377C-4BFE-78494E3A3DCF}"/>
                </a:ext>
              </a:extLst>
            </p:cNvPr>
            <p:cNvSpPr/>
            <p:nvPr/>
          </p:nvSpPr>
          <p:spPr>
            <a:xfrm>
              <a:off x="1277013" y="3282721"/>
              <a:ext cx="3044952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r>
                <a:rPr lang="en-US" sz="1400">
                  <a:solidFill>
                    <a:srgbClr val="EA580C"/>
                  </a:solidFill>
                </a:rPr>
                <a:t>Predict (next-token probabilities)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58D5FF5-F7C7-3839-9DCF-7F7CF95A5108}"/>
              </a:ext>
            </a:extLst>
          </p:cNvPr>
          <p:cNvGrpSpPr/>
          <p:nvPr/>
        </p:nvGrpSpPr>
        <p:grpSpPr>
          <a:xfrm>
            <a:off x="7918168" y="2910185"/>
            <a:ext cx="3841123" cy="1272271"/>
            <a:chOff x="7918168" y="2910185"/>
            <a:chExt cx="3841123" cy="1272271"/>
          </a:xfrm>
        </p:grpSpPr>
        <p:sp>
          <p:nvSpPr>
            <p:cNvPr id="32" name="Shape 17">
              <a:extLst>
                <a:ext uri="{FF2B5EF4-FFF2-40B4-BE49-F238E27FC236}">
                  <a16:creationId xmlns:a16="http://schemas.microsoft.com/office/drawing/2014/main" id="{4902F8ED-B148-CF8E-CCD7-F1E65EAC1281}"/>
                </a:ext>
              </a:extLst>
            </p:cNvPr>
            <p:cNvSpPr/>
            <p:nvPr/>
          </p:nvSpPr>
          <p:spPr>
            <a:xfrm flipV="1">
              <a:off x="7918168" y="3741343"/>
              <a:ext cx="517444" cy="0"/>
            </a:xfrm>
            <a:prstGeom prst="line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013942-A699-646A-E2C8-B12B0ACB419D}"/>
                </a:ext>
              </a:extLst>
            </p:cNvPr>
            <p:cNvSpPr/>
            <p:nvPr/>
          </p:nvSpPr>
          <p:spPr>
            <a:xfrm>
              <a:off x="8621440" y="2910185"/>
              <a:ext cx="3137851" cy="1272271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atinLnBrk="1"/>
              <a:endParaRPr lang="en-US"/>
            </a:p>
          </p:txBody>
        </p:sp>
        <p:sp>
          <p:nvSpPr>
            <p:cNvPr id="34" name="Rectangle : coins arrondis 14">
              <a:extLst>
                <a:ext uri="{FF2B5EF4-FFF2-40B4-BE49-F238E27FC236}">
                  <a16:creationId xmlns:a16="http://schemas.microsoft.com/office/drawing/2014/main" id="{92BB2B76-A239-B8F3-D4CF-578685117EEF}"/>
                </a:ext>
              </a:extLst>
            </p:cNvPr>
            <p:cNvSpPr/>
            <p:nvPr/>
          </p:nvSpPr>
          <p:spPr>
            <a:xfrm>
              <a:off x="8786306" y="3366894"/>
              <a:ext cx="760384" cy="405204"/>
            </a:xfrm>
            <a:prstGeom prst="roundRect">
              <a:avLst/>
            </a:prstGeom>
            <a:solidFill>
              <a:srgbClr val="2463EC">
                <a:alpha val="64750"/>
              </a:srgbClr>
            </a:solidFill>
            <a:ln>
              <a:solidFill>
                <a:srgbClr val="2463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with you</a:t>
              </a:r>
            </a:p>
          </p:txBody>
        </p:sp>
        <p:sp>
          <p:nvSpPr>
            <p:cNvPr id="35" name="Rectangle : coins arrondis 15">
              <a:extLst>
                <a:ext uri="{FF2B5EF4-FFF2-40B4-BE49-F238E27FC236}">
                  <a16:creationId xmlns:a16="http://schemas.microsoft.com/office/drawing/2014/main" id="{655EF1EF-56ED-7716-3848-5BE9385B9E40}"/>
                </a:ext>
              </a:extLst>
            </p:cNvPr>
            <p:cNvSpPr/>
            <p:nvPr/>
          </p:nvSpPr>
          <p:spPr>
            <a:xfrm>
              <a:off x="9730280" y="3373833"/>
              <a:ext cx="927302" cy="405204"/>
            </a:xfrm>
            <a:prstGeom prst="roundRect">
              <a:avLst/>
            </a:prstGeom>
            <a:solidFill>
              <a:srgbClr val="2463EC">
                <a:alpha val="64952"/>
              </a:srgbClr>
            </a:solidFill>
            <a:ln>
              <a:solidFill>
                <a:srgbClr val="2463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in your heart</a:t>
              </a:r>
            </a:p>
          </p:txBody>
        </p:sp>
        <p:sp>
          <p:nvSpPr>
            <p:cNvPr id="36" name="Rectangle : coins arrondis 16">
              <a:extLst>
                <a:ext uri="{FF2B5EF4-FFF2-40B4-BE49-F238E27FC236}">
                  <a16:creationId xmlns:a16="http://schemas.microsoft.com/office/drawing/2014/main" id="{B17712A6-7308-95C3-7044-FA494C19C447}"/>
                </a:ext>
              </a:extLst>
            </p:cNvPr>
            <p:cNvSpPr/>
            <p:nvPr/>
          </p:nvSpPr>
          <p:spPr>
            <a:xfrm>
              <a:off x="10841173" y="3373833"/>
              <a:ext cx="889625" cy="405204"/>
            </a:xfrm>
            <a:prstGeom prst="roundRect">
              <a:avLst/>
            </a:prstGeom>
            <a:solidFill>
              <a:srgbClr val="2463EC">
                <a:alpha val="64952"/>
              </a:srgbClr>
            </a:solidFill>
            <a:ln>
              <a:solidFill>
                <a:srgbClr val="2463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during this tutorial</a:t>
              </a:r>
            </a:p>
          </p:txBody>
        </p:sp>
        <p:sp>
          <p:nvSpPr>
            <p:cNvPr id="37" name="ZoneTexte 20">
              <a:extLst>
                <a:ext uri="{FF2B5EF4-FFF2-40B4-BE49-F238E27FC236}">
                  <a16:creationId xmlns:a16="http://schemas.microsoft.com/office/drawing/2014/main" id="{1C344955-3D79-FA0B-23B2-DC0AEE473826}"/>
                </a:ext>
              </a:extLst>
            </p:cNvPr>
            <p:cNvSpPr txBox="1"/>
            <p:nvPr/>
          </p:nvSpPr>
          <p:spPr>
            <a:xfrm>
              <a:off x="8864858" y="3770622"/>
              <a:ext cx="603280" cy="3077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0" i="0" dirty="0">
                  <a:solidFill>
                    <a:srgbClr val="000000"/>
                  </a:solidFill>
                  <a:effectLst/>
                </a:rPr>
                <a:t>8872</a:t>
              </a:r>
              <a:endParaRPr lang="en-US" sz="1400" dirty="0"/>
            </a:p>
          </p:txBody>
        </p:sp>
        <p:sp>
          <p:nvSpPr>
            <p:cNvPr id="38" name="ZoneTexte 22">
              <a:extLst>
                <a:ext uri="{FF2B5EF4-FFF2-40B4-BE49-F238E27FC236}">
                  <a16:creationId xmlns:a16="http://schemas.microsoft.com/office/drawing/2014/main" id="{277F82A6-5C3A-A973-9D67-C7C383492A34}"/>
                </a:ext>
              </a:extLst>
            </p:cNvPr>
            <p:cNvSpPr txBox="1"/>
            <p:nvPr/>
          </p:nvSpPr>
          <p:spPr>
            <a:xfrm>
              <a:off x="9892291" y="3770623"/>
              <a:ext cx="60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0" i="0">
                  <a:solidFill>
                    <a:srgbClr val="000000"/>
                  </a:solidFill>
                  <a:effectLst/>
                </a:rPr>
                <a:t>8350</a:t>
              </a:r>
              <a:endParaRPr lang="en-US" sz="1400"/>
            </a:p>
          </p:txBody>
        </p:sp>
        <p:sp>
          <p:nvSpPr>
            <p:cNvPr id="39" name="ZoneTexte 24">
              <a:extLst>
                <a:ext uri="{FF2B5EF4-FFF2-40B4-BE49-F238E27FC236}">
                  <a16:creationId xmlns:a16="http://schemas.microsoft.com/office/drawing/2014/main" id="{5B689C5D-425D-E013-72B1-F7F8C893FD7D}"/>
                </a:ext>
              </a:extLst>
            </p:cNvPr>
            <p:cNvSpPr txBox="1"/>
            <p:nvPr/>
          </p:nvSpPr>
          <p:spPr>
            <a:xfrm>
              <a:off x="10928597" y="3770623"/>
              <a:ext cx="7147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0" i="0">
                  <a:solidFill>
                    <a:srgbClr val="000000"/>
                  </a:solidFill>
                  <a:effectLst/>
                </a:rPr>
                <a:t>39492</a:t>
              </a:r>
              <a:endParaRPr lang="en-US" sz="1400"/>
            </a:p>
          </p:txBody>
        </p:sp>
        <p:sp>
          <p:nvSpPr>
            <p:cNvPr id="40" name="ZoneTexte 25">
              <a:extLst>
                <a:ext uri="{FF2B5EF4-FFF2-40B4-BE49-F238E27FC236}">
                  <a16:creationId xmlns:a16="http://schemas.microsoft.com/office/drawing/2014/main" id="{9B4CD18D-63F7-9BCD-87BB-5F95249B0BB2}"/>
                </a:ext>
              </a:extLst>
            </p:cNvPr>
            <p:cNvSpPr txBox="1"/>
            <p:nvPr/>
          </p:nvSpPr>
          <p:spPr>
            <a:xfrm>
              <a:off x="8903445" y="3019384"/>
              <a:ext cx="5261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70%</a:t>
              </a:r>
            </a:p>
          </p:txBody>
        </p:sp>
        <p:sp>
          <p:nvSpPr>
            <p:cNvPr id="41" name="ZoneTexte 26">
              <a:extLst>
                <a:ext uri="{FF2B5EF4-FFF2-40B4-BE49-F238E27FC236}">
                  <a16:creationId xmlns:a16="http://schemas.microsoft.com/office/drawing/2014/main" id="{9221C067-9FAE-91C3-5A7E-772414BEE912}"/>
                </a:ext>
              </a:extLst>
            </p:cNvPr>
            <p:cNvSpPr txBox="1"/>
            <p:nvPr/>
          </p:nvSpPr>
          <p:spPr>
            <a:xfrm>
              <a:off x="9930878" y="3019384"/>
              <a:ext cx="5261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20%</a:t>
              </a:r>
            </a:p>
          </p:txBody>
        </p:sp>
        <p:sp>
          <p:nvSpPr>
            <p:cNvPr id="42" name="ZoneTexte 27">
              <a:extLst>
                <a:ext uri="{FF2B5EF4-FFF2-40B4-BE49-F238E27FC236}">
                  <a16:creationId xmlns:a16="http://schemas.microsoft.com/office/drawing/2014/main" id="{02C2D6F0-BBFE-60F2-DDDE-E812A43F937B}"/>
                </a:ext>
              </a:extLst>
            </p:cNvPr>
            <p:cNvSpPr txBox="1"/>
            <p:nvPr/>
          </p:nvSpPr>
          <p:spPr>
            <a:xfrm>
              <a:off x="11022932" y="3019384"/>
              <a:ext cx="5261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10%</a:t>
              </a:r>
            </a:p>
          </p:txBody>
        </p:sp>
      </p:grpSp>
      <p:sp>
        <p:nvSpPr>
          <p:cNvPr id="194" name="ZoneTexte 3">
            <a:extLst>
              <a:ext uri="{FF2B5EF4-FFF2-40B4-BE49-F238E27FC236}">
                <a16:creationId xmlns:a16="http://schemas.microsoft.com/office/drawing/2014/main" id="{B5A075D8-0546-9515-1533-B3628C69B758}"/>
              </a:ext>
            </a:extLst>
          </p:cNvPr>
          <p:cNvSpPr txBox="1"/>
          <p:nvPr/>
        </p:nvSpPr>
        <p:spPr>
          <a:xfrm>
            <a:off x="5330576" y="1870116"/>
            <a:ext cx="2330113" cy="46166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>
            <a:normAutofit/>
          </a:bodyPr>
          <a:lstStyle>
            <a:lvl1pPr indent="0">
              <a:buNone/>
              <a:defRPr sz="1160">
                <a:solidFill>
                  <a:srgbClr val="687383"/>
                </a:solidFill>
              </a:defRPr>
            </a:lvl1pPr>
          </a:lstStyle>
          <a:p>
            <a:r>
              <a:rPr lang="en-US" sz="1500" dirty="0"/>
              <a:t>May the force be …</a:t>
            </a:r>
          </a:p>
        </p:txBody>
      </p:sp>
      <p:sp>
        <p:nvSpPr>
          <p:cNvPr id="43" name="ZoneTexte 3">
            <a:extLst>
              <a:ext uri="{FF2B5EF4-FFF2-40B4-BE49-F238E27FC236}">
                <a16:creationId xmlns:a16="http://schemas.microsoft.com/office/drawing/2014/main" id="{D2DE672F-962C-9AFF-849A-C2243F9B8C25}"/>
              </a:ext>
            </a:extLst>
          </p:cNvPr>
          <p:cNvSpPr txBox="1"/>
          <p:nvPr/>
        </p:nvSpPr>
        <p:spPr>
          <a:xfrm>
            <a:off x="5330576" y="1870116"/>
            <a:ext cx="2427872" cy="46166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>
            <a:normAutofit fontScale="85000" lnSpcReduction="10000"/>
          </a:bodyPr>
          <a:lstStyle>
            <a:lvl1pPr indent="0">
              <a:buNone/>
              <a:defRPr sz="1160">
                <a:solidFill>
                  <a:srgbClr val="687383"/>
                </a:solidFill>
              </a:defRPr>
            </a:lvl1pPr>
          </a:lstStyle>
          <a:p>
            <a:r>
              <a:rPr lang="en-US" sz="1800" dirty="0"/>
              <a:t>May the force be with you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51BF97E-634B-729E-FEE7-EC411CD9FA60}"/>
              </a:ext>
            </a:extLst>
          </p:cNvPr>
          <p:cNvGrpSpPr/>
          <p:nvPr/>
        </p:nvGrpSpPr>
        <p:grpSpPr>
          <a:xfrm>
            <a:off x="912054" y="3640380"/>
            <a:ext cx="3409911" cy="283533"/>
            <a:chOff x="912054" y="3640380"/>
            <a:chExt cx="3409911" cy="283533"/>
          </a:xfrm>
        </p:grpSpPr>
        <p:pic>
          <p:nvPicPr>
            <p:cNvPr id="72" name="Graphic 71" descr="Badge 4 with solid fill">
              <a:extLst>
                <a:ext uri="{FF2B5EF4-FFF2-40B4-BE49-F238E27FC236}">
                  <a16:creationId xmlns:a16="http://schemas.microsoft.com/office/drawing/2014/main" id="{CCCF639E-7463-1802-F4AF-4FF8B3D104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2054" y="3640380"/>
              <a:ext cx="283534" cy="283533"/>
            </a:xfrm>
            <a:prstGeom prst="rect">
              <a:avLst/>
            </a:prstGeom>
          </p:spPr>
        </p:pic>
        <p:sp>
          <p:nvSpPr>
            <p:cNvPr id="73" name="Text 7">
              <a:extLst>
                <a:ext uri="{FF2B5EF4-FFF2-40B4-BE49-F238E27FC236}">
                  <a16:creationId xmlns:a16="http://schemas.microsoft.com/office/drawing/2014/main" id="{1F5C8D84-E998-D46A-81DF-26FF057084ED}"/>
                </a:ext>
              </a:extLst>
            </p:cNvPr>
            <p:cNvSpPr/>
            <p:nvPr/>
          </p:nvSpPr>
          <p:spPr>
            <a:xfrm>
              <a:off x="1277013" y="3687237"/>
              <a:ext cx="3044952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r>
                <a:rPr lang="en-GB" sz="1400">
                  <a:solidFill>
                    <a:srgbClr val="EA580C"/>
                  </a:solidFill>
                </a:rPr>
                <a:t>Decode &amp; repeat</a:t>
              </a:r>
              <a:endParaRPr lang="en-US" sz="1400">
                <a:solidFill>
                  <a:srgbClr val="EA580C"/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0872D5D-0F04-2C45-DF06-B3AA12685FCF}"/>
              </a:ext>
            </a:extLst>
          </p:cNvPr>
          <p:cNvGrpSpPr/>
          <p:nvPr/>
        </p:nvGrpSpPr>
        <p:grpSpPr>
          <a:xfrm>
            <a:off x="7758448" y="1904948"/>
            <a:ext cx="2834923" cy="1005237"/>
            <a:chOff x="7758448" y="1904948"/>
            <a:chExt cx="2834923" cy="1005237"/>
          </a:xfrm>
        </p:grpSpPr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69ED84FD-7BE2-9FD6-899B-1DA502536C3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576051" y="1295869"/>
              <a:ext cx="796713" cy="2431919"/>
            </a:xfrm>
            <a:prstGeom prst="bentConnector2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11492FB-3E66-3CE6-68B7-E1FFB837C1B1}"/>
                </a:ext>
              </a:extLst>
            </p:cNvPr>
            <p:cNvSpPr/>
            <p:nvPr/>
          </p:nvSpPr>
          <p:spPr>
            <a:xfrm>
              <a:off x="9751238" y="1904948"/>
              <a:ext cx="842133" cy="39019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Tokenizer</a:t>
              </a:r>
            </a:p>
            <a:p>
              <a:pPr algn="ctr"/>
              <a:r>
                <a:rPr lang="en-US" sz="1000">
                  <a:solidFill>
                    <a:schemeClr val="tx1"/>
                  </a:solidFill>
                </a:rPr>
                <a:t>Decoding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448EF66-4C15-1174-B073-CA75A6E6D815}"/>
              </a:ext>
            </a:extLst>
          </p:cNvPr>
          <p:cNvGrpSpPr/>
          <p:nvPr/>
        </p:nvGrpSpPr>
        <p:grpSpPr>
          <a:xfrm>
            <a:off x="758950" y="4437028"/>
            <a:ext cx="11289528" cy="1449054"/>
            <a:chOff x="758950" y="4437028"/>
            <a:chExt cx="11289528" cy="1449054"/>
          </a:xfrm>
        </p:grpSpPr>
        <p:sp>
          <p:nvSpPr>
            <p:cNvPr id="78" name="Shape 5">
              <a:extLst>
                <a:ext uri="{FF2B5EF4-FFF2-40B4-BE49-F238E27FC236}">
                  <a16:creationId xmlns:a16="http://schemas.microsoft.com/office/drawing/2014/main" id="{67A0F501-1374-E48B-C515-E5AB817893FF}"/>
                </a:ext>
              </a:extLst>
            </p:cNvPr>
            <p:cNvSpPr/>
            <p:nvPr/>
          </p:nvSpPr>
          <p:spPr>
            <a:xfrm>
              <a:off x="758950" y="4438878"/>
              <a:ext cx="5500380" cy="1447204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79" name="Shape 6">
              <a:extLst>
                <a:ext uri="{FF2B5EF4-FFF2-40B4-BE49-F238E27FC236}">
                  <a16:creationId xmlns:a16="http://schemas.microsoft.com/office/drawing/2014/main" id="{AB5951D4-FD8C-DF62-3D75-73F1ACDA89E5}"/>
                </a:ext>
              </a:extLst>
            </p:cNvPr>
            <p:cNvSpPr/>
            <p:nvPr/>
          </p:nvSpPr>
          <p:spPr>
            <a:xfrm>
              <a:off x="758950" y="4438878"/>
              <a:ext cx="113373" cy="1447204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80" name="Text 7">
              <a:extLst>
                <a:ext uri="{FF2B5EF4-FFF2-40B4-BE49-F238E27FC236}">
                  <a16:creationId xmlns:a16="http://schemas.microsoft.com/office/drawing/2014/main" id="{957AA722-35C5-77B2-7F7E-F06F6C5BCB38}"/>
                </a:ext>
              </a:extLst>
            </p:cNvPr>
            <p:cNvSpPr/>
            <p:nvPr/>
          </p:nvSpPr>
          <p:spPr>
            <a:xfrm>
              <a:off x="978406" y="4520062"/>
              <a:ext cx="3566429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6A34A"/>
                  </a:solidFill>
                </a:rPr>
                <a:t>Good at</a:t>
              </a:r>
              <a:endParaRPr lang="en-US" sz="1400">
                <a:solidFill>
                  <a:srgbClr val="16A34A"/>
                </a:solidFill>
              </a:endParaRPr>
            </a:p>
          </p:txBody>
        </p:sp>
        <p:pic>
          <p:nvPicPr>
            <p:cNvPr id="81" name="Graphic 80" descr="Document with solid fill">
              <a:extLst>
                <a:ext uri="{FF2B5EF4-FFF2-40B4-BE49-F238E27FC236}">
                  <a16:creationId xmlns:a16="http://schemas.microsoft.com/office/drawing/2014/main" id="{87128244-3026-AC25-31D2-2A3ADF7100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87951" y="4928722"/>
              <a:ext cx="526170" cy="526170"/>
            </a:xfrm>
            <a:prstGeom prst="rect">
              <a:avLst/>
            </a:prstGeom>
          </p:spPr>
        </p:pic>
        <p:pic>
          <p:nvPicPr>
            <p:cNvPr id="82" name="Graphic 81" descr="Questions with solid fill">
              <a:extLst>
                <a:ext uri="{FF2B5EF4-FFF2-40B4-BE49-F238E27FC236}">
                  <a16:creationId xmlns:a16="http://schemas.microsoft.com/office/drawing/2014/main" id="{766D0451-1CFD-2BEF-6F88-800EB11466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553823" y="4928722"/>
              <a:ext cx="526170" cy="526170"/>
            </a:xfrm>
            <a:prstGeom prst="rect">
              <a:avLst/>
            </a:prstGeom>
          </p:spPr>
        </p:pic>
        <p:pic>
          <p:nvPicPr>
            <p:cNvPr id="83" name="Graphic 82" descr="Chat bubble with solid fill">
              <a:extLst>
                <a:ext uri="{FF2B5EF4-FFF2-40B4-BE49-F238E27FC236}">
                  <a16:creationId xmlns:a16="http://schemas.microsoft.com/office/drawing/2014/main" id="{4F3CB978-12A5-72F1-6BA9-6EE234C220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19695" y="4928722"/>
              <a:ext cx="526170" cy="526170"/>
            </a:xfrm>
            <a:prstGeom prst="rect">
              <a:avLst/>
            </a:prstGeom>
          </p:spPr>
        </p:pic>
        <p:pic>
          <p:nvPicPr>
            <p:cNvPr id="84" name="Graphic 83" descr="Left Brain with solid fill">
              <a:extLst>
                <a:ext uri="{FF2B5EF4-FFF2-40B4-BE49-F238E27FC236}">
                  <a16:creationId xmlns:a16="http://schemas.microsoft.com/office/drawing/2014/main" id="{CBAA7C51-94DC-2384-DD24-545C7B88EE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285567" y="4928722"/>
              <a:ext cx="526170" cy="526170"/>
            </a:xfrm>
            <a:prstGeom prst="rect">
              <a:avLst/>
            </a:prstGeom>
          </p:spPr>
        </p:pic>
        <p:sp>
          <p:nvSpPr>
            <p:cNvPr id="85" name="Text 7">
              <a:extLst>
                <a:ext uri="{FF2B5EF4-FFF2-40B4-BE49-F238E27FC236}">
                  <a16:creationId xmlns:a16="http://schemas.microsoft.com/office/drawing/2014/main" id="{4A3CDCE0-C62F-4905-AD35-E918AE54472C}"/>
                </a:ext>
              </a:extLst>
            </p:cNvPr>
            <p:cNvSpPr/>
            <p:nvPr/>
          </p:nvSpPr>
          <p:spPr>
            <a:xfrm>
              <a:off x="831242" y="5526243"/>
              <a:ext cx="1239588" cy="24793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1100">
                  <a:solidFill>
                    <a:srgbClr val="16A34A"/>
                  </a:solidFill>
                </a:rPr>
                <a:t>Summarization/</a:t>
              </a:r>
            </a:p>
            <a:p>
              <a:pPr algn="ctr"/>
              <a:r>
                <a:rPr lang="en-GB" sz="1100">
                  <a:solidFill>
                    <a:srgbClr val="16A34A"/>
                  </a:solidFill>
                </a:rPr>
                <a:t>Translation</a:t>
              </a:r>
              <a:endParaRPr lang="en-US" sz="1100">
                <a:solidFill>
                  <a:srgbClr val="16A34A"/>
                </a:solidFill>
              </a:endParaRPr>
            </a:p>
          </p:txBody>
        </p:sp>
        <p:sp>
          <p:nvSpPr>
            <p:cNvPr id="86" name="Text 7">
              <a:extLst>
                <a:ext uri="{FF2B5EF4-FFF2-40B4-BE49-F238E27FC236}">
                  <a16:creationId xmlns:a16="http://schemas.microsoft.com/office/drawing/2014/main" id="{16AF0A6D-42B9-15AD-6C6C-439735C43AB1}"/>
                </a:ext>
              </a:extLst>
            </p:cNvPr>
            <p:cNvSpPr/>
            <p:nvPr/>
          </p:nvSpPr>
          <p:spPr>
            <a:xfrm>
              <a:off x="2197114" y="5526243"/>
              <a:ext cx="1239588" cy="24793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1100">
                  <a:solidFill>
                    <a:srgbClr val="16A34A"/>
                  </a:solidFill>
                </a:rPr>
                <a:t>Question</a:t>
              </a:r>
            </a:p>
            <a:p>
              <a:pPr algn="ctr"/>
              <a:r>
                <a:rPr lang="en-GB" sz="1100">
                  <a:solidFill>
                    <a:srgbClr val="16A34A"/>
                  </a:solidFill>
                </a:rPr>
                <a:t>Answering</a:t>
              </a:r>
              <a:endParaRPr lang="en-US" sz="1100">
                <a:solidFill>
                  <a:srgbClr val="16A34A"/>
                </a:solidFill>
              </a:endParaRPr>
            </a:p>
          </p:txBody>
        </p:sp>
        <p:sp>
          <p:nvSpPr>
            <p:cNvPr id="87" name="Text 7">
              <a:extLst>
                <a:ext uri="{FF2B5EF4-FFF2-40B4-BE49-F238E27FC236}">
                  <a16:creationId xmlns:a16="http://schemas.microsoft.com/office/drawing/2014/main" id="{73F99581-8F70-899F-6EBB-203A865E71B8}"/>
                </a:ext>
              </a:extLst>
            </p:cNvPr>
            <p:cNvSpPr/>
            <p:nvPr/>
          </p:nvSpPr>
          <p:spPr>
            <a:xfrm>
              <a:off x="3562986" y="5526243"/>
              <a:ext cx="1239588" cy="24793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1100">
                  <a:solidFill>
                    <a:srgbClr val="16A34A"/>
                  </a:solidFill>
                </a:rPr>
                <a:t>Text</a:t>
              </a:r>
            </a:p>
            <a:p>
              <a:pPr algn="ctr"/>
              <a:r>
                <a:rPr lang="en-GB" sz="1100">
                  <a:solidFill>
                    <a:srgbClr val="16A34A"/>
                  </a:solidFill>
                </a:rPr>
                <a:t>Generation</a:t>
              </a:r>
              <a:endParaRPr lang="en-US" sz="1100">
                <a:solidFill>
                  <a:srgbClr val="16A34A"/>
                </a:solidFill>
              </a:endParaRPr>
            </a:p>
          </p:txBody>
        </p:sp>
        <p:sp>
          <p:nvSpPr>
            <p:cNvPr id="88" name="Text 7">
              <a:extLst>
                <a:ext uri="{FF2B5EF4-FFF2-40B4-BE49-F238E27FC236}">
                  <a16:creationId xmlns:a16="http://schemas.microsoft.com/office/drawing/2014/main" id="{CD925522-AAE4-C393-E5E1-104E9F0DF45A}"/>
                </a:ext>
              </a:extLst>
            </p:cNvPr>
            <p:cNvSpPr/>
            <p:nvPr/>
          </p:nvSpPr>
          <p:spPr>
            <a:xfrm>
              <a:off x="4928858" y="5526243"/>
              <a:ext cx="1239588" cy="24793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1100">
                  <a:solidFill>
                    <a:srgbClr val="16A34A"/>
                  </a:solidFill>
                </a:rPr>
                <a:t>Reasoning</a:t>
              </a:r>
              <a:br>
                <a:rPr lang="en-GB" sz="1100">
                  <a:solidFill>
                    <a:srgbClr val="16A34A"/>
                  </a:solidFill>
                </a:rPr>
              </a:br>
              <a:r>
                <a:rPr lang="en-GB" sz="1100">
                  <a:solidFill>
                    <a:srgbClr val="16A34A"/>
                  </a:solidFill>
                </a:rPr>
                <a:t>over Context</a:t>
              </a:r>
            </a:p>
          </p:txBody>
        </p:sp>
        <p:sp>
          <p:nvSpPr>
            <p:cNvPr id="89" name="Shape 5">
              <a:extLst>
                <a:ext uri="{FF2B5EF4-FFF2-40B4-BE49-F238E27FC236}">
                  <a16:creationId xmlns:a16="http://schemas.microsoft.com/office/drawing/2014/main" id="{39C0F847-0A32-C79C-8F71-1FCE4677921B}"/>
                </a:ext>
              </a:extLst>
            </p:cNvPr>
            <p:cNvSpPr/>
            <p:nvPr/>
          </p:nvSpPr>
          <p:spPr>
            <a:xfrm>
              <a:off x="6548098" y="4437028"/>
              <a:ext cx="5500380" cy="1447204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90" name="Shape 6">
              <a:extLst>
                <a:ext uri="{FF2B5EF4-FFF2-40B4-BE49-F238E27FC236}">
                  <a16:creationId xmlns:a16="http://schemas.microsoft.com/office/drawing/2014/main" id="{E85010FC-8373-A3AF-4C54-0ACE00191F23}"/>
                </a:ext>
              </a:extLst>
            </p:cNvPr>
            <p:cNvSpPr/>
            <p:nvPr/>
          </p:nvSpPr>
          <p:spPr>
            <a:xfrm>
              <a:off x="6548098" y="4437028"/>
              <a:ext cx="113373" cy="1447204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rgbClr val="16A34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91" name="Text 7">
              <a:extLst>
                <a:ext uri="{FF2B5EF4-FFF2-40B4-BE49-F238E27FC236}">
                  <a16:creationId xmlns:a16="http://schemas.microsoft.com/office/drawing/2014/main" id="{01650510-41BD-53AA-9B6B-06648152CA17}"/>
                </a:ext>
              </a:extLst>
            </p:cNvPr>
            <p:cNvSpPr/>
            <p:nvPr/>
          </p:nvSpPr>
          <p:spPr>
            <a:xfrm>
              <a:off x="6767554" y="4518212"/>
              <a:ext cx="3566429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C00000"/>
                  </a:solidFill>
                </a:rPr>
                <a:t>Limits</a:t>
              </a:r>
              <a:endParaRPr lang="en-US" sz="1400">
                <a:solidFill>
                  <a:srgbClr val="C00000"/>
                </a:solidFill>
              </a:endParaRPr>
            </a:p>
          </p:txBody>
        </p:sp>
        <p:sp>
          <p:nvSpPr>
            <p:cNvPr id="92" name="Text 7">
              <a:extLst>
                <a:ext uri="{FF2B5EF4-FFF2-40B4-BE49-F238E27FC236}">
                  <a16:creationId xmlns:a16="http://schemas.microsoft.com/office/drawing/2014/main" id="{2A550B9D-BF5E-7C81-9E8B-16212B7956E1}"/>
                </a:ext>
              </a:extLst>
            </p:cNvPr>
            <p:cNvSpPr/>
            <p:nvPr/>
          </p:nvSpPr>
          <p:spPr>
            <a:xfrm>
              <a:off x="6620390" y="5526243"/>
              <a:ext cx="1239588" cy="24793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1100">
                  <a:solidFill>
                    <a:srgbClr val="C00000"/>
                  </a:solidFill>
                </a:rPr>
                <a:t>Hallucinations</a:t>
              </a:r>
              <a:endParaRPr lang="en-US" sz="1100">
                <a:solidFill>
                  <a:srgbClr val="C00000"/>
                </a:solidFill>
              </a:endParaRPr>
            </a:p>
          </p:txBody>
        </p:sp>
        <p:sp>
          <p:nvSpPr>
            <p:cNvPr id="93" name="Text 7">
              <a:extLst>
                <a:ext uri="{FF2B5EF4-FFF2-40B4-BE49-F238E27FC236}">
                  <a16:creationId xmlns:a16="http://schemas.microsoft.com/office/drawing/2014/main" id="{3CB1A890-17F7-F2EA-12DD-88E6640BEC71}"/>
                </a:ext>
              </a:extLst>
            </p:cNvPr>
            <p:cNvSpPr/>
            <p:nvPr/>
          </p:nvSpPr>
          <p:spPr>
            <a:xfrm>
              <a:off x="7993915" y="5526243"/>
              <a:ext cx="1239588" cy="24793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1100">
                  <a:solidFill>
                    <a:srgbClr val="C00000"/>
                  </a:solidFill>
                </a:rPr>
                <a:t>Context </a:t>
              </a:r>
              <a:br>
                <a:rPr lang="en-GB" sz="1100">
                  <a:solidFill>
                    <a:srgbClr val="C00000"/>
                  </a:solidFill>
                </a:rPr>
              </a:br>
              <a:r>
                <a:rPr lang="en-GB" sz="1100">
                  <a:solidFill>
                    <a:srgbClr val="C00000"/>
                  </a:solidFill>
                </a:rPr>
                <a:t>Limit</a:t>
              </a:r>
            </a:p>
          </p:txBody>
        </p:sp>
        <p:sp>
          <p:nvSpPr>
            <p:cNvPr id="94" name="Text 7">
              <a:extLst>
                <a:ext uri="{FF2B5EF4-FFF2-40B4-BE49-F238E27FC236}">
                  <a16:creationId xmlns:a16="http://schemas.microsoft.com/office/drawing/2014/main" id="{52FF3075-6940-4A6A-74C2-E5601A29AB20}"/>
                </a:ext>
              </a:extLst>
            </p:cNvPr>
            <p:cNvSpPr/>
            <p:nvPr/>
          </p:nvSpPr>
          <p:spPr>
            <a:xfrm>
              <a:off x="9367440" y="5526243"/>
              <a:ext cx="1239588" cy="24793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1100">
                  <a:solidFill>
                    <a:srgbClr val="C00000"/>
                  </a:solidFill>
                </a:rPr>
                <a:t>No native access to external data</a:t>
              </a:r>
              <a:endParaRPr lang="en-US" sz="1100">
                <a:solidFill>
                  <a:srgbClr val="C00000"/>
                </a:solidFill>
              </a:endParaRPr>
            </a:p>
          </p:txBody>
        </p:sp>
        <p:sp>
          <p:nvSpPr>
            <p:cNvPr id="95" name="Text 7">
              <a:extLst>
                <a:ext uri="{FF2B5EF4-FFF2-40B4-BE49-F238E27FC236}">
                  <a16:creationId xmlns:a16="http://schemas.microsoft.com/office/drawing/2014/main" id="{EE7FDBC0-2018-AE64-C96C-C96BBF89A5C9}"/>
                </a:ext>
              </a:extLst>
            </p:cNvPr>
            <p:cNvSpPr/>
            <p:nvPr/>
          </p:nvSpPr>
          <p:spPr>
            <a:xfrm>
              <a:off x="10740964" y="5526243"/>
              <a:ext cx="1239588" cy="24793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1100">
                  <a:solidFill>
                    <a:srgbClr val="C00000"/>
                  </a:solidFill>
                </a:rPr>
                <a:t>Need tools </a:t>
              </a:r>
              <a:br>
                <a:rPr lang="en-GB" sz="1100">
                  <a:solidFill>
                    <a:srgbClr val="C00000"/>
                  </a:solidFill>
                </a:rPr>
              </a:br>
              <a:r>
                <a:rPr lang="en-GB" sz="1100">
                  <a:solidFill>
                    <a:srgbClr val="C00000"/>
                  </a:solidFill>
                </a:rPr>
                <a:t>to act</a:t>
              </a:r>
            </a:p>
          </p:txBody>
        </p:sp>
        <p:pic>
          <p:nvPicPr>
            <p:cNvPr id="96" name="Graphic 95" descr="Tools with solid fill">
              <a:extLst>
                <a:ext uri="{FF2B5EF4-FFF2-40B4-BE49-F238E27FC236}">
                  <a16:creationId xmlns:a16="http://schemas.microsoft.com/office/drawing/2014/main" id="{5D46CAF5-33C2-B271-1804-EA8A0DD974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75375" y="4915791"/>
              <a:ext cx="539101" cy="539101"/>
            </a:xfrm>
            <a:prstGeom prst="rect">
              <a:avLst/>
            </a:prstGeom>
          </p:spPr>
        </p:pic>
        <p:pic>
          <p:nvPicPr>
            <p:cNvPr id="97" name="Graphic 96" descr="Warning with solid fill">
              <a:extLst>
                <a:ext uri="{FF2B5EF4-FFF2-40B4-BE49-F238E27FC236}">
                  <a16:creationId xmlns:a16="http://schemas.microsoft.com/office/drawing/2014/main" id="{6D7652BE-58C7-079D-F9E5-3572EF8314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341368" y="4915791"/>
              <a:ext cx="539101" cy="539101"/>
            </a:xfrm>
            <a:prstGeom prst="rect">
              <a:avLst/>
            </a:prstGeom>
          </p:spPr>
        </p:pic>
        <p:pic>
          <p:nvPicPr>
            <p:cNvPr id="98" name="Graphic 97" descr="Blind with solid fill">
              <a:extLst>
                <a:ext uri="{FF2B5EF4-FFF2-40B4-BE49-F238E27FC236}">
                  <a16:creationId xmlns:a16="http://schemas.microsoft.com/office/drawing/2014/main" id="{EEE5F807-9335-3705-021C-34E6A0E3CC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708372" y="4915791"/>
              <a:ext cx="539101" cy="539101"/>
            </a:xfrm>
            <a:prstGeom prst="rect">
              <a:avLst/>
            </a:prstGeom>
          </p:spPr>
        </p:pic>
        <p:pic>
          <p:nvPicPr>
            <p:cNvPr id="99" name="Graphic 98" descr="Comment Important with solid fill">
              <a:extLst>
                <a:ext uri="{FF2B5EF4-FFF2-40B4-BE49-F238E27FC236}">
                  <a16:creationId xmlns:a16="http://schemas.microsoft.com/office/drawing/2014/main" id="{7FB7D4D0-B704-B55B-8729-0C6CC11E34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974364" y="4915791"/>
              <a:ext cx="539101" cy="539101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E6D688E-FC1F-7E0D-A955-646EE056584B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45" name="Shape 4">
              <a:extLst>
                <a:ext uri="{FF2B5EF4-FFF2-40B4-BE49-F238E27FC236}">
                  <a16:creationId xmlns:a16="http://schemas.microsoft.com/office/drawing/2014/main" id="{746E2B68-BDF4-5D2F-AB2A-089FC8667686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67C94047-3365-A0B0-7DA9-001AF8B1B1BB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46333232-A6BE-3580-5471-E34DF7CFBC27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7381FD71-E1C0-66AB-C979-30D4E721BB0F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2ACCB21-8DD8-79B9-C44E-463A9CF51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CFE705A-98D8-2773-C08A-A73252EB6AEF}"/>
              </a:ext>
            </a:extLst>
          </p:cNvPr>
          <p:cNvGrpSpPr/>
          <p:nvPr/>
        </p:nvGrpSpPr>
        <p:grpSpPr>
          <a:xfrm>
            <a:off x="5309156" y="3373211"/>
            <a:ext cx="2581398" cy="809245"/>
            <a:chOff x="5309156" y="3373211"/>
            <a:chExt cx="2581398" cy="809245"/>
          </a:xfrm>
        </p:grpSpPr>
        <p:sp>
          <p:nvSpPr>
            <p:cNvPr id="107" name="ZoneTexte 8">
              <a:extLst>
                <a:ext uri="{FF2B5EF4-FFF2-40B4-BE49-F238E27FC236}">
                  <a16:creationId xmlns:a16="http://schemas.microsoft.com/office/drawing/2014/main" id="{583BF3B6-EC0B-5BA3-D3D8-1E111B4EE526}"/>
                </a:ext>
              </a:extLst>
            </p:cNvPr>
            <p:cNvSpPr txBox="1"/>
            <p:nvPr/>
          </p:nvSpPr>
          <p:spPr>
            <a:xfrm>
              <a:off x="5335034" y="3770623"/>
              <a:ext cx="255552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latinLnBrk="1">
                <a:buNone/>
              </a:pPr>
              <a:r>
                <a:rPr lang="en-US" sz="1200" dirty="0">
                  <a:solidFill>
                    <a:srgbClr val="000000"/>
                  </a:solidFill>
                </a:rPr>
                <a:t>  </a:t>
              </a:r>
              <a:r>
                <a:rPr lang="en-US" sz="1200" b="0" i="0" dirty="0">
                  <a:solidFill>
                    <a:srgbClr val="000000"/>
                  </a:solidFill>
                  <a:effectLst/>
                </a:rPr>
                <a:t>9059,   10139,  </a:t>
              </a:r>
              <a:r>
                <a:rPr lang="en-US" sz="1200" dirty="0">
                  <a:solidFill>
                    <a:srgbClr val="000000"/>
                  </a:solidFill>
                </a:rPr>
                <a:t>   </a:t>
              </a:r>
              <a:r>
                <a:rPr lang="en-US" sz="1200" b="0" i="0" dirty="0">
                  <a:solidFill>
                    <a:srgbClr val="000000"/>
                  </a:solidFill>
                  <a:effectLst/>
                </a:rPr>
                <a:t>290,        59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33169B5-D712-A698-5EBD-54F4AAA767F0}"/>
                </a:ext>
              </a:extLst>
            </p:cNvPr>
            <p:cNvSpPr/>
            <p:nvPr/>
          </p:nvSpPr>
          <p:spPr>
            <a:xfrm>
              <a:off x="5309156" y="3373211"/>
              <a:ext cx="2449291" cy="809245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0" name="ZoneTexte 3">
            <a:extLst>
              <a:ext uri="{FF2B5EF4-FFF2-40B4-BE49-F238E27FC236}">
                <a16:creationId xmlns:a16="http://schemas.microsoft.com/office/drawing/2014/main" id="{87F330E9-32D1-F03F-67A9-25FE3C1CCC4E}"/>
              </a:ext>
            </a:extLst>
          </p:cNvPr>
          <p:cNvSpPr txBox="1"/>
          <p:nvPr/>
        </p:nvSpPr>
        <p:spPr>
          <a:xfrm>
            <a:off x="5383112" y="3417620"/>
            <a:ext cx="2240672" cy="4616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>
            <a:lvl1pPr indent="0">
              <a:buNone/>
              <a:defRPr sz="1160">
                <a:solidFill>
                  <a:srgbClr val="687383"/>
                </a:solidFill>
              </a:defRPr>
            </a:lvl1pPr>
          </a:lstStyle>
          <a:p>
            <a:r>
              <a:rPr lang="en-US" sz="1600" dirty="0">
                <a:highlight>
                  <a:srgbClr val="FFFF00"/>
                </a:highlight>
              </a:rPr>
              <a:t>May</a:t>
            </a:r>
            <a:r>
              <a:rPr lang="en-US" sz="1600" dirty="0"/>
              <a:t>    </a:t>
            </a:r>
            <a:r>
              <a:rPr lang="en-US" sz="1600" dirty="0">
                <a:highlight>
                  <a:srgbClr val="00FF00"/>
                </a:highlight>
              </a:rPr>
              <a:t>the</a:t>
            </a:r>
            <a:r>
              <a:rPr lang="en-US" sz="1600" dirty="0"/>
              <a:t>    </a:t>
            </a:r>
            <a:r>
              <a:rPr lang="en-US" sz="1600" dirty="0">
                <a:highlight>
                  <a:srgbClr val="00FFFF"/>
                </a:highlight>
              </a:rPr>
              <a:t>force</a:t>
            </a:r>
            <a:r>
              <a:rPr lang="en-US" sz="1600" dirty="0"/>
              <a:t>    </a:t>
            </a:r>
            <a:r>
              <a:rPr lang="en-US" sz="1600" dirty="0">
                <a:highlight>
                  <a:srgbClr val="D8E0E8"/>
                </a:highlight>
              </a:rPr>
              <a:t>be</a:t>
            </a:r>
            <a:endParaRPr lang="en-US" sz="1600" dirty="0"/>
          </a:p>
        </p:txBody>
      </p:sp>
      <p:sp>
        <p:nvSpPr>
          <p:cNvPr id="111" name="Shape 4">
            <a:extLst>
              <a:ext uri="{FF2B5EF4-FFF2-40B4-BE49-F238E27FC236}">
                <a16:creationId xmlns:a16="http://schemas.microsoft.com/office/drawing/2014/main" id="{59801373-4F5C-9FA0-4CDD-68EB017BFF5A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pic>
        <p:nvPicPr>
          <p:cNvPr id="112" name="Graphic 111" descr="Brain with solid fill">
            <a:extLst>
              <a:ext uri="{FF2B5EF4-FFF2-40B4-BE49-F238E27FC236}">
                <a16:creationId xmlns:a16="http://schemas.microsoft.com/office/drawing/2014/main" id="{6FDB0A20-4349-06B9-D738-F37F0399FD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113" name="Graphic 112" descr="Database with solid fill">
            <a:extLst>
              <a:ext uri="{FF2B5EF4-FFF2-40B4-BE49-F238E27FC236}">
                <a16:creationId xmlns:a16="http://schemas.microsoft.com/office/drawing/2014/main" id="{34AE01AA-FF24-C22A-1DE0-FB6DA6A3DA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114" name="Shape 17">
            <a:extLst>
              <a:ext uri="{FF2B5EF4-FFF2-40B4-BE49-F238E27FC236}">
                <a16:creationId xmlns:a16="http://schemas.microsoft.com/office/drawing/2014/main" id="{A807D109-97EF-9A2D-E3E1-8F3932BD86FF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15" name="Shape 17">
            <a:extLst>
              <a:ext uri="{FF2B5EF4-FFF2-40B4-BE49-F238E27FC236}">
                <a16:creationId xmlns:a16="http://schemas.microsoft.com/office/drawing/2014/main" id="{659A0944-303D-7330-9749-8CE8F170B419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16" name="Shape 17">
            <a:extLst>
              <a:ext uri="{FF2B5EF4-FFF2-40B4-BE49-F238E27FC236}">
                <a16:creationId xmlns:a16="http://schemas.microsoft.com/office/drawing/2014/main" id="{155EEF31-B0B4-4258-529C-761B96F5619D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3AAE1F-ABDB-6F2F-14AB-8B92DEA83619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6609229-D082-4AC2-7D4F-5D22AB92920C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236ED61-30D9-BCDF-25DC-73878CB37780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120" name="Graphic 119" descr="Shield Tick with solid fill">
            <a:extLst>
              <a:ext uri="{FF2B5EF4-FFF2-40B4-BE49-F238E27FC236}">
                <a16:creationId xmlns:a16="http://schemas.microsoft.com/office/drawing/2014/main" id="{A0591AEB-5B34-5A33-7F83-591BD19C10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121" name="Shape 17">
            <a:extLst>
              <a:ext uri="{FF2B5EF4-FFF2-40B4-BE49-F238E27FC236}">
                <a16:creationId xmlns:a16="http://schemas.microsoft.com/office/drawing/2014/main" id="{1F0E7951-B13F-1D55-FEF5-C16BEFC8E064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ED4F99B-31BA-F9EE-FC5B-13BC95292FD1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123" name="Graphic 122" descr="Circles with lines with solid fill">
            <a:extLst>
              <a:ext uri="{FF2B5EF4-FFF2-40B4-BE49-F238E27FC236}">
                <a16:creationId xmlns:a16="http://schemas.microsoft.com/office/drawing/2014/main" id="{CE295333-0C02-BC1E-0069-02D572DAE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124" name="Graphic 123" descr="Head with gears with solid fill">
            <a:extLst>
              <a:ext uri="{FF2B5EF4-FFF2-40B4-BE49-F238E27FC236}">
                <a16:creationId xmlns:a16="http://schemas.microsoft.com/office/drawing/2014/main" id="{D1903C79-0405-0192-AD04-154362B64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4731915A-3DE4-070D-52C9-FF5D4CE048A9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sp>
        <p:nvSpPr>
          <p:cNvPr id="126" name="Shape 0">
            <a:extLst>
              <a:ext uri="{FF2B5EF4-FFF2-40B4-BE49-F238E27FC236}">
                <a16:creationId xmlns:a16="http://schemas.microsoft.com/office/drawing/2014/main" id="{EE551669-3F9E-9B85-ADA7-9B005B7B87D1}"/>
              </a:ext>
            </a:extLst>
          </p:cNvPr>
          <p:cNvSpPr/>
          <p:nvPr/>
        </p:nvSpPr>
        <p:spPr>
          <a:xfrm>
            <a:off x="7075662" y="235637"/>
            <a:ext cx="727148" cy="772310"/>
          </a:xfrm>
          <a:prstGeom prst="roundRect">
            <a:avLst>
              <a:gd name="adj" fmla="val 12500"/>
            </a:avLst>
          </a:prstGeom>
          <a:solidFill>
            <a:srgbClr val="2463EC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589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1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35A98-FDD9-CC9E-65CF-8B5999F15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5">
            <a:extLst>
              <a:ext uri="{FF2B5EF4-FFF2-40B4-BE49-F238E27FC236}">
                <a16:creationId xmlns:a16="http://schemas.microsoft.com/office/drawing/2014/main" id="{0248B21E-ABE9-FDAA-6397-5D0BD8038E18}"/>
              </a:ext>
            </a:extLst>
          </p:cNvPr>
          <p:cNvSpPr/>
          <p:nvPr/>
        </p:nvSpPr>
        <p:spPr>
          <a:xfrm>
            <a:off x="5110461" y="4099061"/>
            <a:ext cx="5323725" cy="1762689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C00000"/>
            </a:solidFill>
            <a:prstDash val="sysDash"/>
          </a:ln>
        </p:spPr>
        <p:txBody>
          <a:bodyPr/>
          <a:lstStyle/>
          <a:p>
            <a:endParaRPr lang="en-CH"/>
          </a:p>
        </p:txBody>
      </p:sp>
      <p:sp>
        <p:nvSpPr>
          <p:cNvPr id="108" name="Shape 5">
            <a:extLst>
              <a:ext uri="{FF2B5EF4-FFF2-40B4-BE49-F238E27FC236}">
                <a16:creationId xmlns:a16="http://schemas.microsoft.com/office/drawing/2014/main" id="{25B36589-3ED4-EB6A-778E-CAF984EF18C3}"/>
              </a:ext>
            </a:extLst>
          </p:cNvPr>
          <p:cNvSpPr/>
          <p:nvPr/>
        </p:nvSpPr>
        <p:spPr>
          <a:xfrm>
            <a:off x="1354903" y="1924586"/>
            <a:ext cx="5323725" cy="1876111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chemeClr val="accent1"/>
            </a:solidFill>
            <a:prstDash val="sysDash"/>
          </a:ln>
        </p:spPr>
        <p:txBody>
          <a:bodyPr/>
          <a:lstStyle/>
          <a:p>
            <a:endParaRPr lang="en-CH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9B12A81-005B-416E-AFAB-97B6864C805F}"/>
              </a:ext>
            </a:extLst>
          </p:cNvPr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687383"/>
                </a:solidFill>
              </a:rPr>
              <a:t>PART 01 | RAG</a:t>
            </a:r>
            <a:endParaRPr lang="en-US" sz="84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337C68-C796-7E5B-9E5C-2BC0C6DB3E66}"/>
              </a:ext>
            </a:extLst>
          </p:cNvPr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sz="2400" b="1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RAG: </a:t>
            </a:r>
            <a:r>
              <a:rPr lang="en-US" sz="2400" b="1">
                <a:solidFill>
                  <a:srgbClr val="010101"/>
                </a:solidFill>
                <a:ea typeface="Raleway Bold"/>
                <a:cs typeface="Raleway Bold"/>
                <a:sym typeface="Raleway Bold"/>
              </a:rPr>
              <a:t>Retrieval Augmented Generation</a:t>
            </a:r>
            <a:endParaRPr lang="en-US"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490E29-1B9F-F886-657B-F5D30102493B}"/>
              </a:ext>
            </a:extLst>
          </p:cNvPr>
          <p:cNvSpPr/>
          <p:nvPr/>
        </p:nvSpPr>
        <p:spPr>
          <a:xfrm>
            <a:off x="694944" y="122529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687383"/>
                </a:solidFill>
              </a:rPr>
              <a:t>The model answers using retrieved document chunks instead of guessing.</a:t>
            </a:r>
            <a:endParaRPr lang="en-US" sz="1160"/>
          </a:p>
        </p:txBody>
      </p:sp>
      <p:sp>
        <p:nvSpPr>
          <p:cNvPr id="28" name="AutoShape 5">
            <a:extLst>
              <a:ext uri="{FF2B5EF4-FFF2-40B4-BE49-F238E27FC236}">
                <a16:creationId xmlns:a16="http://schemas.microsoft.com/office/drawing/2014/main" id="{AC21B204-B01A-681E-13A1-473FA7696B74}"/>
              </a:ext>
            </a:extLst>
          </p:cNvPr>
          <p:cNvSpPr/>
          <p:nvPr/>
        </p:nvSpPr>
        <p:spPr>
          <a:xfrm flipH="1">
            <a:off x="8889735" y="2705712"/>
            <a:ext cx="295547" cy="0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ED5F829B-DA51-DF3F-5739-FB96E98681F4}"/>
              </a:ext>
            </a:extLst>
          </p:cNvPr>
          <p:cNvGrpSpPr/>
          <p:nvPr/>
        </p:nvGrpSpPr>
        <p:grpSpPr>
          <a:xfrm>
            <a:off x="8003238" y="2467159"/>
            <a:ext cx="886496" cy="481671"/>
            <a:chOff x="0" y="-1"/>
            <a:chExt cx="372136" cy="202197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CEAFF6FA-F0C9-F8A7-DE9E-0A8328E6F0A9}"/>
                </a:ext>
              </a:extLst>
            </p:cNvPr>
            <p:cNvSpPr/>
            <p:nvPr/>
          </p:nvSpPr>
          <p:spPr>
            <a:xfrm>
              <a:off x="0" y="0"/>
              <a:ext cx="372136" cy="202196"/>
            </a:xfrm>
            <a:custGeom>
              <a:avLst/>
              <a:gdLst/>
              <a:ahLst/>
              <a:cxnLst/>
              <a:rect l="l" t="t" r="r" b="b"/>
              <a:pathLst>
                <a:path w="372136" h="202196">
                  <a:moveTo>
                    <a:pt x="101098" y="0"/>
                  </a:moveTo>
                  <a:lnTo>
                    <a:pt x="271038" y="0"/>
                  </a:lnTo>
                  <a:cubicBezTo>
                    <a:pt x="297851" y="0"/>
                    <a:pt x="323566" y="10651"/>
                    <a:pt x="342525" y="29611"/>
                  </a:cubicBezTo>
                  <a:cubicBezTo>
                    <a:pt x="361485" y="48571"/>
                    <a:pt x="372136" y="74285"/>
                    <a:pt x="372136" y="101098"/>
                  </a:cubicBezTo>
                  <a:lnTo>
                    <a:pt x="372136" y="101098"/>
                  </a:lnTo>
                  <a:cubicBezTo>
                    <a:pt x="372136" y="127911"/>
                    <a:pt x="361485" y="153626"/>
                    <a:pt x="342525" y="172585"/>
                  </a:cubicBezTo>
                  <a:cubicBezTo>
                    <a:pt x="323566" y="191545"/>
                    <a:pt x="297851" y="202196"/>
                    <a:pt x="271038" y="202196"/>
                  </a:cubicBezTo>
                  <a:lnTo>
                    <a:pt x="101098" y="202196"/>
                  </a:lnTo>
                  <a:cubicBezTo>
                    <a:pt x="74285" y="202196"/>
                    <a:pt x="48571" y="191545"/>
                    <a:pt x="29611" y="172585"/>
                  </a:cubicBezTo>
                  <a:cubicBezTo>
                    <a:pt x="10651" y="153626"/>
                    <a:pt x="0" y="127911"/>
                    <a:pt x="0" y="101098"/>
                  </a:cubicBezTo>
                  <a:lnTo>
                    <a:pt x="0" y="101098"/>
                  </a:lnTo>
                  <a:cubicBezTo>
                    <a:pt x="0" y="74285"/>
                    <a:pt x="10651" y="48571"/>
                    <a:pt x="29611" y="29611"/>
                  </a:cubicBezTo>
                  <a:cubicBezTo>
                    <a:pt x="48571" y="10651"/>
                    <a:pt x="74285" y="0"/>
                    <a:pt x="1010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31" name="TextBox 8">
              <a:extLst>
                <a:ext uri="{FF2B5EF4-FFF2-40B4-BE49-F238E27FC236}">
                  <a16:creationId xmlns:a16="http://schemas.microsoft.com/office/drawing/2014/main" id="{709D944D-FFA4-0B34-9B67-C3AB348C71E1}"/>
                </a:ext>
              </a:extLst>
            </p:cNvPr>
            <p:cNvSpPr txBox="1"/>
            <p:nvPr/>
          </p:nvSpPr>
          <p:spPr>
            <a:xfrm>
              <a:off x="0" y="-1"/>
              <a:ext cx="372136" cy="202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1400" b="1">
                  <a:solidFill>
                    <a:schemeClr val="bg2">
                      <a:lumMod val="50000"/>
                    </a:schemeClr>
                  </a:solidFill>
                  <a:ea typeface="Raleway"/>
                  <a:cs typeface="Raleway"/>
                  <a:sym typeface="Raleway"/>
                </a:rPr>
                <a:t>Query</a:t>
              </a:r>
            </a:p>
          </p:txBody>
        </p:sp>
      </p:grpSp>
      <p:sp>
        <p:nvSpPr>
          <p:cNvPr id="32" name="AutoShape 9">
            <a:extLst>
              <a:ext uri="{FF2B5EF4-FFF2-40B4-BE49-F238E27FC236}">
                <a16:creationId xmlns:a16="http://schemas.microsoft.com/office/drawing/2014/main" id="{88643B67-672A-A79D-55A7-0E6209CE12C3}"/>
              </a:ext>
            </a:extLst>
          </p:cNvPr>
          <p:cNvSpPr/>
          <p:nvPr/>
        </p:nvSpPr>
        <p:spPr>
          <a:xfrm flipH="1" flipV="1">
            <a:off x="7730343" y="2705416"/>
            <a:ext cx="272897" cy="593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E8E35F84-5BB0-7897-DC40-FB43941E99C2}"/>
              </a:ext>
            </a:extLst>
          </p:cNvPr>
          <p:cNvSpPr txBox="1"/>
          <p:nvPr/>
        </p:nvSpPr>
        <p:spPr>
          <a:xfrm>
            <a:off x="1424393" y="1815022"/>
            <a:ext cx="5131598" cy="21722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just">
              <a:lnSpc>
                <a:spcPts val="3359"/>
              </a:lnSpc>
            </a:pPr>
            <a:endParaRPr sz="1400"/>
          </a:p>
        </p:txBody>
      </p:sp>
      <p:sp>
        <p:nvSpPr>
          <p:cNvPr id="36" name="AutoShape 16">
            <a:extLst>
              <a:ext uri="{FF2B5EF4-FFF2-40B4-BE49-F238E27FC236}">
                <a16:creationId xmlns:a16="http://schemas.microsoft.com/office/drawing/2014/main" id="{803AFA88-DC95-AEC9-95C5-A30351BF8143}"/>
              </a:ext>
            </a:extLst>
          </p:cNvPr>
          <p:cNvSpPr/>
          <p:nvPr/>
        </p:nvSpPr>
        <p:spPr>
          <a:xfrm flipH="1">
            <a:off x="2389133" y="2705712"/>
            <a:ext cx="484059" cy="0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sp>
        <p:nvSpPr>
          <p:cNvPr id="37" name="AutoShape 17">
            <a:extLst>
              <a:ext uri="{FF2B5EF4-FFF2-40B4-BE49-F238E27FC236}">
                <a16:creationId xmlns:a16="http://schemas.microsoft.com/office/drawing/2014/main" id="{F71D06A9-70E2-3618-5693-42CA17A68DCA}"/>
              </a:ext>
            </a:extLst>
          </p:cNvPr>
          <p:cNvSpPr/>
          <p:nvPr/>
        </p:nvSpPr>
        <p:spPr>
          <a:xfrm flipH="1">
            <a:off x="5018363" y="2703724"/>
            <a:ext cx="505115" cy="3976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sp>
        <p:nvSpPr>
          <p:cNvPr id="38" name="AutoShape 18">
            <a:extLst>
              <a:ext uri="{FF2B5EF4-FFF2-40B4-BE49-F238E27FC236}">
                <a16:creationId xmlns:a16="http://schemas.microsoft.com/office/drawing/2014/main" id="{EFE4960F-5E8C-4F4F-C723-5D2D540320E1}"/>
              </a:ext>
            </a:extLst>
          </p:cNvPr>
          <p:cNvSpPr/>
          <p:nvPr/>
        </p:nvSpPr>
        <p:spPr>
          <a:xfrm flipH="1">
            <a:off x="3703748" y="2705712"/>
            <a:ext cx="484059" cy="0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grpSp>
        <p:nvGrpSpPr>
          <p:cNvPr id="39" name="Group 19">
            <a:extLst>
              <a:ext uri="{FF2B5EF4-FFF2-40B4-BE49-F238E27FC236}">
                <a16:creationId xmlns:a16="http://schemas.microsoft.com/office/drawing/2014/main" id="{D7CE22FF-7667-73D2-7729-963C0B4676E3}"/>
              </a:ext>
            </a:extLst>
          </p:cNvPr>
          <p:cNvGrpSpPr/>
          <p:nvPr/>
        </p:nvGrpSpPr>
        <p:grpSpPr>
          <a:xfrm>
            <a:off x="5523478" y="2256165"/>
            <a:ext cx="830556" cy="894525"/>
            <a:chOff x="0" y="0"/>
            <a:chExt cx="1765057" cy="1901001"/>
          </a:xfrm>
        </p:grpSpPr>
        <p:grpSp>
          <p:nvGrpSpPr>
            <p:cNvPr id="40" name="Group 20">
              <a:extLst>
                <a:ext uri="{FF2B5EF4-FFF2-40B4-BE49-F238E27FC236}">
                  <a16:creationId xmlns:a16="http://schemas.microsoft.com/office/drawing/2014/main" id="{2F15078E-942E-81BE-AFE8-240149A6F573}"/>
                </a:ext>
              </a:extLst>
            </p:cNvPr>
            <p:cNvGrpSpPr/>
            <p:nvPr/>
          </p:nvGrpSpPr>
          <p:grpSpPr>
            <a:xfrm>
              <a:off x="0" y="0"/>
              <a:ext cx="1765057" cy="1901001"/>
              <a:chOff x="0" y="0"/>
              <a:chExt cx="348653" cy="375506"/>
            </a:xfrm>
          </p:grpSpPr>
          <p:sp>
            <p:nvSpPr>
              <p:cNvPr id="42" name="Freeform 21">
                <a:extLst>
                  <a:ext uri="{FF2B5EF4-FFF2-40B4-BE49-F238E27FC236}">
                    <a16:creationId xmlns:a16="http://schemas.microsoft.com/office/drawing/2014/main" id="{A83E565C-E018-803D-32E0-A3C1AB367246}"/>
                  </a:ext>
                </a:extLst>
              </p:cNvPr>
              <p:cNvSpPr/>
              <p:nvPr/>
            </p:nvSpPr>
            <p:spPr>
              <a:xfrm>
                <a:off x="0" y="0"/>
                <a:ext cx="348653" cy="375506"/>
              </a:xfrm>
              <a:custGeom>
                <a:avLst/>
                <a:gdLst/>
                <a:ahLst/>
                <a:cxnLst/>
                <a:rect l="l" t="t" r="r" b="b"/>
                <a:pathLst>
                  <a:path w="348653" h="375506">
                    <a:moveTo>
                      <a:pt x="0" y="0"/>
                    </a:moveTo>
                    <a:lnTo>
                      <a:pt x="348653" y="0"/>
                    </a:lnTo>
                    <a:lnTo>
                      <a:pt x="348653" y="375506"/>
                    </a:lnTo>
                    <a:lnTo>
                      <a:pt x="0" y="37550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chemeClr val="bg2">
                    <a:lumMod val="75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pPr algn="just"/>
                <a:endParaRPr lang="fr-FR" sz="1400"/>
              </a:p>
            </p:txBody>
          </p:sp>
          <p:sp>
            <p:nvSpPr>
              <p:cNvPr id="43" name="TextBox 22">
                <a:extLst>
                  <a:ext uri="{FF2B5EF4-FFF2-40B4-BE49-F238E27FC236}">
                    <a16:creationId xmlns:a16="http://schemas.microsoft.com/office/drawing/2014/main" id="{D71B5143-FBF7-A831-4BD1-BF6E2165DB3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48653" cy="413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just">
                  <a:lnSpc>
                    <a:spcPts val="2659"/>
                  </a:lnSpc>
                </a:pPr>
                <a:endParaRPr sz="1400"/>
              </a:p>
            </p:txBody>
          </p:sp>
        </p:grp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B131F4CB-4ED4-7C1E-8FF3-4E484F468104}"/>
                </a:ext>
              </a:extLst>
            </p:cNvPr>
            <p:cNvSpPr/>
            <p:nvPr/>
          </p:nvSpPr>
          <p:spPr>
            <a:xfrm>
              <a:off x="351607" y="330441"/>
              <a:ext cx="1240118" cy="1240118"/>
            </a:xfrm>
            <a:custGeom>
              <a:avLst/>
              <a:gdLst/>
              <a:ahLst/>
              <a:cxnLst/>
              <a:rect l="l" t="t" r="r" b="b"/>
              <a:pathLst>
                <a:path w="1240118" h="1240118">
                  <a:moveTo>
                    <a:pt x="0" y="0"/>
                  </a:moveTo>
                  <a:lnTo>
                    <a:pt x="1240118" y="0"/>
                  </a:lnTo>
                  <a:lnTo>
                    <a:pt x="1240118" y="1240118"/>
                  </a:lnTo>
                  <a:lnTo>
                    <a:pt x="0" y="1240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algn="just"/>
              <a:endParaRPr lang="fr-FR" sz="1400"/>
            </a:p>
          </p:txBody>
        </p:sp>
      </p:grpSp>
      <p:grpSp>
        <p:nvGrpSpPr>
          <p:cNvPr id="44" name="Group 24">
            <a:extLst>
              <a:ext uri="{FF2B5EF4-FFF2-40B4-BE49-F238E27FC236}">
                <a16:creationId xmlns:a16="http://schemas.microsoft.com/office/drawing/2014/main" id="{A9CC0AEF-546C-29DD-7C6C-C38900833360}"/>
              </a:ext>
            </a:extLst>
          </p:cNvPr>
          <p:cNvGrpSpPr/>
          <p:nvPr/>
        </p:nvGrpSpPr>
        <p:grpSpPr>
          <a:xfrm>
            <a:off x="6899787" y="2260141"/>
            <a:ext cx="830556" cy="894525"/>
            <a:chOff x="0" y="0"/>
            <a:chExt cx="348653" cy="375506"/>
          </a:xfrm>
        </p:grpSpPr>
        <p:sp>
          <p:nvSpPr>
            <p:cNvPr id="45" name="Freeform 25">
              <a:extLst>
                <a:ext uri="{FF2B5EF4-FFF2-40B4-BE49-F238E27FC236}">
                  <a16:creationId xmlns:a16="http://schemas.microsoft.com/office/drawing/2014/main" id="{829B8196-58D2-13F3-FCA0-C2AFD3E84046}"/>
                </a:ext>
              </a:extLst>
            </p:cNvPr>
            <p:cNvSpPr/>
            <p:nvPr/>
          </p:nvSpPr>
          <p:spPr>
            <a:xfrm>
              <a:off x="0" y="0"/>
              <a:ext cx="348653" cy="375506"/>
            </a:xfrm>
            <a:custGeom>
              <a:avLst/>
              <a:gdLst/>
              <a:ahLst/>
              <a:cxnLst/>
              <a:rect l="l" t="t" r="r" b="b"/>
              <a:pathLst>
                <a:path w="348653" h="375506">
                  <a:moveTo>
                    <a:pt x="0" y="0"/>
                  </a:moveTo>
                  <a:lnTo>
                    <a:pt x="348653" y="0"/>
                  </a:lnTo>
                  <a:lnTo>
                    <a:pt x="348653" y="375506"/>
                  </a:lnTo>
                  <a:lnTo>
                    <a:pt x="0" y="3755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46" name="TextBox 26">
              <a:extLst>
                <a:ext uri="{FF2B5EF4-FFF2-40B4-BE49-F238E27FC236}">
                  <a16:creationId xmlns:a16="http://schemas.microsoft.com/office/drawing/2014/main" id="{70A0E269-6BA5-FED9-DA38-6112273C72F8}"/>
                </a:ext>
              </a:extLst>
            </p:cNvPr>
            <p:cNvSpPr txBox="1"/>
            <p:nvPr/>
          </p:nvSpPr>
          <p:spPr>
            <a:xfrm>
              <a:off x="0" y="-38100"/>
              <a:ext cx="348653" cy="4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 sz="1400"/>
            </a:p>
          </p:txBody>
        </p:sp>
      </p:grpSp>
      <p:grpSp>
        <p:nvGrpSpPr>
          <p:cNvPr id="47" name="Group 27">
            <a:extLst>
              <a:ext uri="{FF2B5EF4-FFF2-40B4-BE49-F238E27FC236}">
                <a16:creationId xmlns:a16="http://schemas.microsoft.com/office/drawing/2014/main" id="{FCCCFF8D-A430-CFB2-D9BE-0C4EE6EE0263}"/>
              </a:ext>
            </a:extLst>
          </p:cNvPr>
          <p:cNvGrpSpPr/>
          <p:nvPr/>
        </p:nvGrpSpPr>
        <p:grpSpPr>
          <a:xfrm>
            <a:off x="2873192" y="2260141"/>
            <a:ext cx="830556" cy="894525"/>
            <a:chOff x="0" y="0"/>
            <a:chExt cx="1765057" cy="1901001"/>
          </a:xfrm>
        </p:grpSpPr>
        <p:grpSp>
          <p:nvGrpSpPr>
            <p:cNvPr id="48" name="Group 28">
              <a:extLst>
                <a:ext uri="{FF2B5EF4-FFF2-40B4-BE49-F238E27FC236}">
                  <a16:creationId xmlns:a16="http://schemas.microsoft.com/office/drawing/2014/main" id="{400EDB0F-DF4F-D981-F3CD-B1B8C675DCB7}"/>
                </a:ext>
              </a:extLst>
            </p:cNvPr>
            <p:cNvGrpSpPr/>
            <p:nvPr/>
          </p:nvGrpSpPr>
          <p:grpSpPr>
            <a:xfrm>
              <a:off x="0" y="0"/>
              <a:ext cx="1765057" cy="1901001"/>
              <a:chOff x="0" y="0"/>
              <a:chExt cx="348653" cy="375506"/>
            </a:xfrm>
          </p:grpSpPr>
          <p:sp>
            <p:nvSpPr>
              <p:cNvPr id="52" name="Freeform 29">
                <a:extLst>
                  <a:ext uri="{FF2B5EF4-FFF2-40B4-BE49-F238E27FC236}">
                    <a16:creationId xmlns:a16="http://schemas.microsoft.com/office/drawing/2014/main" id="{56E465D7-F223-8D37-6FF9-5C7CD2C1DB95}"/>
                  </a:ext>
                </a:extLst>
              </p:cNvPr>
              <p:cNvSpPr/>
              <p:nvPr/>
            </p:nvSpPr>
            <p:spPr>
              <a:xfrm>
                <a:off x="0" y="0"/>
                <a:ext cx="348653" cy="375506"/>
              </a:xfrm>
              <a:custGeom>
                <a:avLst/>
                <a:gdLst/>
                <a:ahLst/>
                <a:cxnLst/>
                <a:rect l="l" t="t" r="r" b="b"/>
                <a:pathLst>
                  <a:path w="348653" h="375506">
                    <a:moveTo>
                      <a:pt x="0" y="0"/>
                    </a:moveTo>
                    <a:lnTo>
                      <a:pt x="348653" y="0"/>
                    </a:lnTo>
                    <a:lnTo>
                      <a:pt x="348653" y="375506"/>
                    </a:lnTo>
                    <a:lnTo>
                      <a:pt x="0" y="37550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chemeClr val="bg2">
                    <a:lumMod val="75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pPr algn="just"/>
                <a:endParaRPr lang="fr-FR" sz="1400"/>
              </a:p>
            </p:txBody>
          </p:sp>
          <p:sp>
            <p:nvSpPr>
              <p:cNvPr id="53" name="TextBox 30">
                <a:extLst>
                  <a:ext uri="{FF2B5EF4-FFF2-40B4-BE49-F238E27FC236}">
                    <a16:creationId xmlns:a16="http://schemas.microsoft.com/office/drawing/2014/main" id="{7A3947AD-3729-EE56-BAA2-43ABCCB086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48653" cy="413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just">
                  <a:lnSpc>
                    <a:spcPts val="2659"/>
                  </a:lnSpc>
                </a:pPr>
                <a:endParaRPr sz="1400"/>
              </a:p>
            </p:txBody>
          </p:sp>
        </p:grp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DFEDBDD3-428F-7A65-0FC7-E8DD7DE907F0}"/>
                </a:ext>
              </a:extLst>
            </p:cNvPr>
            <p:cNvSpPr/>
            <p:nvPr/>
          </p:nvSpPr>
          <p:spPr>
            <a:xfrm>
              <a:off x="145530" y="219626"/>
              <a:ext cx="469578" cy="609512"/>
            </a:xfrm>
            <a:custGeom>
              <a:avLst/>
              <a:gdLst/>
              <a:ahLst/>
              <a:cxnLst/>
              <a:rect l="l" t="t" r="r" b="b"/>
              <a:pathLst>
                <a:path w="469578" h="609512">
                  <a:moveTo>
                    <a:pt x="0" y="0"/>
                  </a:moveTo>
                  <a:lnTo>
                    <a:pt x="469578" y="0"/>
                  </a:lnTo>
                  <a:lnTo>
                    <a:pt x="469578" y="609513"/>
                  </a:lnTo>
                  <a:lnTo>
                    <a:pt x="0" y="60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52C1A534-73C2-09AD-35DD-14687E665F0B}"/>
                </a:ext>
              </a:extLst>
            </p:cNvPr>
            <p:cNvSpPr/>
            <p:nvPr/>
          </p:nvSpPr>
          <p:spPr>
            <a:xfrm>
              <a:off x="987647" y="439951"/>
              <a:ext cx="534840" cy="694223"/>
            </a:xfrm>
            <a:custGeom>
              <a:avLst/>
              <a:gdLst/>
              <a:ahLst/>
              <a:cxnLst/>
              <a:rect l="l" t="t" r="r" b="b"/>
              <a:pathLst>
                <a:path w="534840" h="694223">
                  <a:moveTo>
                    <a:pt x="0" y="0"/>
                  </a:moveTo>
                  <a:lnTo>
                    <a:pt x="534840" y="0"/>
                  </a:lnTo>
                  <a:lnTo>
                    <a:pt x="534840" y="694222"/>
                  </a:lnTo>
                  <a:lnTo>
                    <a:pt x="0" y="694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4D6354E-F7B8-906F-82EB-ED6E61F17454}"/>
                </a:ext>
              </a:extLst>
            </p:cNvPr>
            <p:cNvSpPr/>
            <p:nvPr/>
          </p:nvSpPr>
          <p:spPr>
            <a:xfrm>
              <a:off x="347688" y="1067047"/>
              <a:ext cx="534840" cy="694223"/>
            </a:xfrm>
            <a:custGeom>
              <a:avLst/>
              <a:gdLst/>
              <a:ahLst/>
              <a:cxnLst/>
              <a:rect l="l" t="t" r="r" b="b"/>
              <a:pathLst>
                <a:path w="534840" h="694223">
                  <a:moveTo>
                    <a:pt x="0" y="0"/>
                  </a:moveTo>
                  <a:lnTo>
                    <a:pt x="534841" y="0"/>
                  </a:lnTo>
                  <a:lnTo>
                    <a:pt x="534841" y="694222"/>
                  </a:lnTo>
                  <a:lnTo>
                    <a:pt x="0" y="694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algn="just"/>
              <a:endParaRPr lang="fr-FR" sz="1400"/>
            </a:p>
          </p:txBody>
        </p:sp>
      </p:grpSp>
      <p:grpSp>
        <p:nvGrpSpPr>
          <p:cNvPr id="54" name="Group 39">
            <a:extLst>
              <a:ext uri="{FF2B5EF4-FFF2-40B4-BE49-F238E27FC236}">
                <a16:creationId xmlns:a16="http://schemas.microsoft.com/office/drawing/2014/main" id="{F3CA49E6-04F2-3685-A3F1-73E5EB205134}"/>
              </a:ext>
            </a:extLst>
          </p:cNvPr>
          <p:cNvGrpSpPr/>
          <p:nvPr/>
        </p:nvGrpSpPr>
        <p:grpSpPr>
          <a:xfrm>
            <a:off x="4187807" y="2260141"/>
            <a:ext cx="830556" cy="894525"/>
            <a:chOff x="0" y="0"/>
            <a:chExt cx="348653" cy="375506"/>
          </a:xfrm>
        </p:grpSpPr>
        <p:sp>
          <p:nvSpPr>
            <p:cNvPr id="55" name="Freeform 40">
              <a:extLst>
                <a:ext uri="{FF2B5EF4-FFF2-40B4-BE49-F238E27FC236}">
                  <a16:creationId xmlns:a16="http://schemas.microsoft.com/office/drawing/2014/main" id="{1F093776-A351-D361-E12B-D1BC50ADD86E}"/>
                </a:ext>
              </a:extLst>
            </p:cNvPr>
            <p:cNvSpPr/>
            <p:nvPr/>
          </p:nvSpPr>
          <p:spPr>
            <a:xfrm>
              <a:off x="0" y="0"/>
              <a:ext cx="348653" cy="375506"/>
            </a:xfrm>
            <a:custGeom>
              <a:avLst/>
              <a:gdLst/>
              <a:ahLst/>
              <a:cxnLst/>
              <a:rect l="l" t="t" r="r" b="b"/>
              <a:pathLst>
                <a:path w="348653" h="375506">
                  <a:moveTo>
                    <a:pt x="0" y="0"/>
                  </a:moveTo>
                  <a:lnTo>
                    <a:pt x="348653" y="0"/>
                  </a:lnTo>
                  <a:lnTo>
                    <a:pt x="348653" y="375506"/>
                  </a:lnTo>
                  <a:lnTo>
                    <a:pt x="0" y="3755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56" name="TextBox 41">
              <a:extLst>
                <a:ext uri="{FF2B5EF4-FFF2-40B4-BE49-F238E27FC236}">
                  <a16:creationId xmlns:a16="http://schemas.microsoft.com/office/drawing/2014/main" id="{D6DAF39A-5F91-1443-3129-686E572F2246}"/>
                </a:ext>
              </a:extLst>
            </p:cNvPr>
            <p:cNvSpPr txBox="1"/>
            <p:nvPr/>
          </p:nvSpPr>
          <p:spPr>
            <a:xfrm>
              <a:off x="0" y="-38100"/>
              <a:ext cx="348653" cy="4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 sz="1400"/>
            </a:p>
          </p:txBody>
        </p:sp>
      </p:grpSp>
      <p:sp>
        <p:nvSpPr>
          <p:cNvPr id="57" name="TextBox 42">
            <a:extLst>
              <a:ext uri="{FF2B5EF4-FFF2-40B4-BE49-F238E27FC236}">
                <a16:creationId xmlns:a16="http://schemas.microsoft.com/office/drawing/2014/main" id="{23DA357C-3625-5AF3-2548-1FBA7DBA6A4D}"/>
              </a:ext>
            </a:extLst>
          </p:cNvPr>
          <p:cNvSpPr txBox="1"/>
          <p:nvPr/>
        </p:nvSpPr>
        <p:spPr>
          <a:xfrm>
            <a:off x="3788650" y="3204985"/>
            <a:ext cx="1551548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Embedding</a:t>
            </a:r>
          </a:p>
        </p:txBody>
      </p:sp>
      <p:sp>
        <p:nvSpPr>
          <p:cNvPr id="58" name="TextBox 43">
            <a:extLst>
              <a:ext uri="{FF2B5EF4-FFF2-40B4-BE49-F238E27FC236}">
                <a16:creationId xmlns:a16="http://schemas.microsoft.com/office/drawing/2014/main" id="{6963B80D-C8CF-AF4F-63D2-7588E414061C}"/>
              </a:ext>
            </a:extLst>
          </p:cNvPr>
          <p:cNvSpPr txBox="1"/>
          <p:nvPr/>
        </p:nvSpPr>
        <p:spPr>
          <a:xfrm>
            <a:off x="5331165" y="3204985"/>
            <a:ext cx="1149108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010101"/>
                </a:solidFill>
                <a:ea typeface="Raleway Bold"/>
                <a:cs typeface="Raleway Bold"/>
                <a:sym typeface="Raleway Bold"/>
              </a:rPr>
              <a:t>Vector Database</a:t>
            </a:r>
          </a:p>
        </p:txBody>
      </p:sp>
      <p:sp>
        <p:nvSpPr>
          <p:cNvPr id="61" name="TextBox 46">
            <a:extLst>
              <a:ext uri="{FF2B5EF4-FFF2-40B4-BE49-F238E27FC236}">
                <a16:creationId xmlns:a16="http://schemas.microsoft.com/office/drawing/2014/main" id="{CC590037-3ADD-0915-24E3-A83DF1C171CC}"/>
              </a:ext>
            </a:extLst>
          </p:cNvPr>
          <p:cNvSpPr txBox="1"/>
          <p:nvPr/>
        </p:nvSpPr>
        <p:spPr>
          <a:xfrm>
            <a:off x="5157064" y="3985655"/>
            <a:ext cx="5230520" cy="20329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just">
              <a:lnSpc>
                <a:spcPts val="3359"/>
              </a:lnSpc>
            </a:pPr>
            <a:endParaRPr sz="1400"/>
          </a:p>
        </p:txBody>
      </p:sp>
      <p:grpSp>
        <p:nvGrpSpPr>
          <p:cNvPr id="62" name="Group 47">
            <a:extLst>
              <a:ext uri="{FF2B5EF4-FFF2-40B4-BE49-F238E27FC236}">
                <a16:creationId xmlns:a16="http://schemas.microsoft.com/office/drawing/2014/main" id="{B62324FD-4E43-0D2A-6FA0-6574F76655C1}"/>
              </a:ext>
            </a:extLst>
          </p:cNvPr>
          <p:cNvGrpSpPr/>
          <p:nvPr/>
        </p:nvGrpSpPr>
        <p:grpSpPr>
          <a:xfrm>
            <a:off x="5490441" y="4395232"/>
            <a:ext cx="830556" cy="894525"/>
            <a:chOff x="0" y="0"/>
            <a:chExt cx="348653" cy="375506"/>
          </a:xfrm>
        </p:grpSpPr>
        <p:sp>
          <p:nvSpPr>
            <p:cNvPr id="63" name="Freeform 48">
              <a:extLst>
                <a:ext uri="{FF2B5EF4-FFF2-40B4-BE49-F238E27FC236}">
                  <a16:creationId xmlns:a16="http://schemas.microsoft.com/office/drawing/2014/main" id="{4838CE09-220B-7C9C-D476-A268141A2884}"/>
                </a:ext>
              </a:extLst>
            </p:cNvPr>
            <p:cNvSpPr/>
            <p:nvPr/>
          </p:nvSpPr>
          <p:spPr>
            <a:xfrm>
              <a:off x="0" y="0"/>
              <a:ext cx="348653" cy="375506"/>
            </a:xfrm>
            <a:custGeom>
              <a:avLst/>
              <a:gdLst/>
              <a:ahLst/>
              <a:cxnLst/>
              <a:rect l="l" t="t" r="r" b="b"/>
              <a:pathLst>
                <a:path w="348653" h="375506">
                  <a:moveTo>
                    <a:pt x="0" y="0"/>
                  </a:moveTo>
                  <a:lnTo>
                    <a:pt x="348653" y="0"/>
                  </a:lnTo>
                  <a:lnTo>
                    <a:pt x="348653" y="375506"/>
                  </a:lnTo>
                  <a:lnTo>
                    <a:pt x="0" y="3755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64" name="TextBox 49">
              <a:extLst>
                <a:ext uri="{FF2B5EF4-FFF2-40B4-BE49-F238E27FC236}">
                  <a16:creationId xmlns:a16="http://schemas.microsoft.com/office/drawing/2014/main" id="{D4B3D397-E483-A167-E0B5-EBA7F6565A2D}"/>
                </a:ext>
              </a:extLst>
            </p:cNvPr>
            <p:cNvSpPr txBox="1"/>
            <p:nvPr/>
          </p:nvSpPr>
          <p:spPr>
            <a:xfrm>
              <a:off x="0" y="-38100"/>
              <a:ext cx="348653" cy="4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 sz="1400"/>
            </a:p>
          </p:txBody>
        </p:sp>
      </p:grpSp>
      <p:sp>
        <p:nvSpPr>
          <p:cNvPr id="65" name="AutoShape 50">
            <a:extLst>
              <a:ext uri="{FF2B5EF4-FFF2-40B4-BE49-F238E27FC236}">
                <a16:creationId xmlns:a16="http://schemas.microsoft.com/office/drawing/2014/main" id="{9E97A7AB-D589-6F07-88B4-4EE70FFDC5DA}"/>
              </a:ext>
            </a:extLst>
          </p:cNvPr>
          <p:cNvSpPr/>
          <p:nvPr/>
        </p:nvSpPr>
        <p:spPr>
          <a:xfrm flipV="1">
            <a:off x="5905719" y="3671235"/>
            <a:ext cx="0" cy="705246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grpSp>
        <p:nvGrpSpPr>
          <p:cNvPr id="66" name="Group 51">
            <a:extLst>
              <a:ext uri="{FF2B5EF4-FFF2-40B4-BE49-F238E27FC236}">
                <a16:creationId xmlns:a16="http://schemas.microsoft.com/office/drawing/2014/main" id="{E4D604B3-C4BE-3BC4-0FF1-2595678F345D}"/>
              </a:ext>
            </a:extLst>
          </p:cNvPr>
          <p:cNvGrpSpPr/>
          <p:nvPr/>
        </p:nvGrpSpPr>
        <p:grpSpPr>
          <a:xfrm>
            <a:off x="6798763" y="4395232"/>
            <a:ext cx="830556" cy="894525"/>
            <a:chOff x="0" y="0"/>
            <a:chExt cx="348653" cy="375506"/>
          </a:xfrm>
        </p:grpSpPr>
        <p:sp>
          <p:nvSpPr>
            <p:cNvPr id="67" name="Freeform 52">
              <a:extLst>
                <a:ext uri="{FF2B5EF4-FFF2-40B4-BE49-F238E27FC236}">
                  <a16:creationId xmlns:a16="http://schemas.microsoft.com/office/drawing/2014/main" id="{B9FDA518-E141-2902-AB08-42D919D730B1}"/>
                </a:ext>
              </a:extLst>
            </p:cNvPr>
            <p:cNvSpPr/>
            <p:nvPr/>
          </p:nvSpPr>
          <p:spPr>
            <a:xfrm>
              <a:off x="0" y="0"/>
              <a:ext cx="348653" cy="375506"/>
            </a:xfrm>
            <a:custGeom>
              <a:avLst/>
              <a:gdLst/>
              <a:ahLst/>
              <a:cxnLst/>
              <a:rect l="l" t="t" r="r" b="b"/>
              <a:pathLst>
                <a:path w="348653" h="375506">
                  <a:moveTo>
                    <a:pt x="0" y="0"/>
                  </a:moveTo>
                  <a:lnTo>
                    <a:pt x="348653" y="0"/>
                  </a:lnTo>
                  <a:lnTo>
                    <a:pt x="348653" y="375506"/>
                  </a:lnTo>
                  <a:lnTo>
                    <a:pt x="0" y="3755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68" name="TextBox 53">
              <a:extLst>
                <a:ext uri="{FF2B5EF4-FFF2-40B4-BE49-F238E27FC236}">
                  <a16:creationId xmlns:a16="http://schemas.microsoft.com/office/drawing/2014/main" id="{AA3C6F92-2029-F69E-C4A6-4478AEC4EC55}"/>
                </a:ext>
              </a:extLst>
            </p:cNvPr>
            <p:cNvSpPr txBox="1"/>
            <p:nvPr/>
          </p:nvSpPr>
          <p:spPr>
            <a:xfrm>
              <a:off x="0" y="-38100"/>
              <a:ext cx="348653" cy="4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 sz="1400"/>
            </a:p>
          </p:txBody>
        </p:sp>
      </p:grpSp>
      <p:sp>
        <p:nvSpPr>
          <p:cNvPr id="69" name="TextBox 54">
            <a:extLst>
              <a:ext uri="{FF2B5EF4-FFF2-40B4-BE49-F238E27FC236}">
                <a16:creationId xmlns:a16="http://schemas.microsoft.com/office/drawing/2014/main" id="{83160027-B2E0-5872-3628-C34E449D7357}"/>
              </a:ext>
            </a:extLst>
          </p:cNvPr>
          <p:cNvSpPr txBox="1"/>
          <p:nvPr/>
        </p:nvSpPr>
        <p:spPr>
          <a:xfrm>
            <a:off x="8836036" y="3204985"/>
            <a:ext cx="1551548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User</a:t>
            </a:r>
          </a:p>
        </p:txBody>
      </p:sp>
      <p:grpSp>
        <p:nvGrpSpPr>
          <p:cNvPr id="70" name="Group 55">
            <a:extLst>
              <a:ext uri="{FF2B5EF4-FFF2-40B4-BE49-F238E27FC236}">
                <a16:creationId xmlns:a16="http://schemas.microsoft.com/office/drawing/2014/main" id="{89642840-53DF-F897-8B3D-20D6742C11CC}"/>
              </a:ext>
            </a:extLst>
          </p:cNvPr>
          <p:cNvGrpSpPr/>
          <p:nvPr/>
        </p:nvGrpSpPr>
        <p:grpSpPr>
          <a:xfrm>
            <a:off x="8003238" y="4601658"/>
            <a:ext cx="886496" cy="481671"/>
            <a:chOff x="0" y="-1"/>
            <a:chExt cx="372136" cy="202197"/>
          </a:xfrm>
        </p:grpSpPr>
        <p:sp>
          <p:nvSpPr>
            <p:cNvPr id="71" name="Freeform 56">
              <a:extLst>
                <a:ext uri="{FF2B5EF4-FFF2-40B4-BE49-F238E27FC236}">
                  <a16:creationId xmlns:a16="http://schemas.microsoft.com/office/drawing/2014/main" id="{91D30272-B97F-85F0-3D58-BFBBCBE248DB}"/>
                </a:ext>
              </a:extLst>
            </p:cNvPr>
            <p:cNvSpPr/>
            <p:nvPr/>
          </p:nvSpPr>
          <p:spPr>
            <a:xfrm>
              <a:off x="0" y="0"/>
              <a:ext cx="372136" cy="202196"/>
            </a:xfrm>
            <a:custGeom>
              <a:avLst/>
              <a:gdLst/>
              <a:ahLst/>
              <a:cxnLst/>
              <a:rect l="l" t="t" r="r" b="b"/>
              <a:pathLst>
                <a:path w="372136" h="202196">
                  <a:moveTo>
                    <a:pt x="101098" y="0"/>
                  </a:moveTo>
                  <a:lnTo>
                    <a:pt x="271038" y="0"/>
                  </a:lnTo>
                  <a:cubicBezTo>
                    <a:pt x="297851" y="0"/>
                    <a:pt x="323566" y="10651"/>
                    <a:pt x="342525" y="29611"/>
                  </a:cubicBezTo>
                  <a:cubicBezTo>
                    <a:pt x="361485" y="48571"/>
                    <a:pt x="372136" y="74285"/>
                    <a:pt x="372136" y="101098"/>
                  </a:cubicBezTo>
                  <a:lnTo>
                    <a:pt x="372136" y="101098"/>
                  </a:lnTo>
                  <a:cubicBezTo>
                    <a:pt x="372136" y="127911"/>
                    <a:pt x="361485" y="153626"/>
                    <a:pt x="342525" y="172585"/>
                  </a:cubicBezTo>
                  <a:cubicBezTo>
                    <a:pt x="323566" y="191545"/>
                    <a:pt x="297851" y="202196"/>
                    <a:pt x="271038" y="202196"/>
                  </a:cubicBezTo>
                  <a:lnTo>
                    <a:pt x="101098" y="202196"/>
                  </a:lnTo>
                  <a:cubicBezTo>
                    <a:pt x="74285" y="202196"/>
                    <a:pt x="48571" y="191545"/>
                    <a:pt x="29611" y="172585"/>
                  </a:cubicBezTo>
                  <a:cubicBezTo>
                    <a:pt x="10651" y="153626"/>
                    <a:pt x="0" y="127911"/>
                    <a:pt x="0" y="101098"/>
                  </a:cubicBezTo>
                  <a:lnTo>
                    <a:pt x="0" y="101098"/>
                  </a:lnTo>
                  <a:cubicBezTo>
                    <a:pt x="0" y="74285"/>
                    <a:pt x="10651" y="48571"/>
                    <a:pt x="29611" y="29611"/>
                  </a:cubicBezTo>
                  <a:cubicBezTo>
                    <a:pt x="48571" y="10651"/>
                    <a:pt x="74285" y="0"/>
                    <a:pt x="1010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72" name="TextBox 57">
              <a:extLst>
                <a:ext uri="{FF2B5EF4-FFF2-40B4-BE49-F238E27FC236}">
                  <a16:creationId xmlns:a16="http://schemas.microsoft.com/office/drawing/2014/main" id="{BDD0A2B7-F674-878E-E4FD-EB0C4308C82E}"/>
                </a:ext>
              </a:extLst>
            </p:cNvPr>
            <p:cNvSpPr txBox="1"/>
            <p:nvPr/>
          </p:nvSpPr>
          <p:spPr>
            <a:xfrm>
              <a:off x="0" y="-1"/>
              <a:ext cx="372136" cy="202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1400">
                  <a:solidFill>
                    <a:srgbClr val="000000"/>
                  </a:solidFill>
                  <a:ea typeface="Raleway"/>
                  <a:cs typeface="Raleway"/>
                  <a:sym typeface="Raleway"/>
                </a:rPr>
                <a:t>Prompt</a:t>
              </a:r>
            </a:p>
          </p:txBody>
        </p:sp>
      </p:grpSp>
      <p:sp>
        <p:nvSpPr>
          <p:cNvPr id="73" name="AutoShape 58">
            <a:extLst>
              <a:ext uri="{FF2B5EF4-FFF2-40B4-BE49-F238E27FC236}">
                <a16:creationId xmlns:a16="http://schemas.microsoft.com/office/drawing/2014/main" id="{BF83F55E-0661-AB17-0E80-4822543A9321}"/>
              </a:ext>
            </a:extLst>
          </p:cNvPr>
          <p:cNvSpPr/>
          <p:nvPr/>
        </p:nvSpPr>
        <p:spPr>
          <a:xfrm>
            <a:off x="6320997" y="4842494"/>
            <a:ext cx="477766" cy="0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grpSp>
        <p:nvGrpSpPr>
          <p:cNvPr id="78" name="Group 63">
            <a:extLst>
              <a:ext uri="{FF2B5EF4-FFF2-40B4-BE49-F238E27FC236}">
                <a16:creationId xmlns:a16="http://schemas.microsoft.com/office/drawing/2014/main" id="{D1F724FC-648E-1939-28F5-F35F043C4B46}"/>
              </a:ext>
            </a:extLst>
          </p:cNvPr>
          <p:cNvGrpSpPr/>
          <p:nvPr/>
        </p:nvGrpSpPr>
        <p:grpSpPr>
          <a:xfrm>
            <a:off x="9196532" y="4395232"/>
            <a:ext cx="830556" cy="894525"/>
            <a:chOff x="0" y="0"/>
            <a:chExt cx="348653" cy="375506"/>
          </a:xfrm>
        </p:grpSpPr>
        <p:sp>
          <p:nvSpPr>
            <p:cNvPr id="79" name="Freeform 64">
              <a:extLst>
                <a:ext uri="{FF2B5EF4-FFF2-40B4-BE49-F238E27FC236}">
                  <a16:creationId xmlns:a16="http://schemas.microsoft.com/office/drawing/2014/main" id="{4AFF81F2-FE14-9094-EF20-52CD4835AE06}"/>
                </a:ext>
              </a:extLst>
            </p:cNvPr>
            <p:cNvSpPr/>
            <p:nvPr/>
          </p:nvSpPr>
          <p:spPr>
            <a:xfrm>
              <a:off x="0" y="0"/>
              <a:ext cx="348653" cy="375506"/>
            </a:xfrm>
            <a:custGeom>
              <a:avLst/>
              <a:gdLst/>
              <a:ahLst/>
              <a:cxnLst/>
              <a:rect l="l" t="t" r="r" b="b"/>
              <a:pathLst>
                <a:path w="348653" h="375506">
                  <a:moveTo>
                    <a:pt x="0" y="0"/>
                  </a:moveTo>
                  <a:lnTo>
                    <a:pt x="348653" y="0"/>
                  </a:lnTo>
                  <a:lnTo>
                    <a:pt x="348653" y="375506"/>
                  </a:lnTo>
                  <a:lnTo>
                    <a:pt x="0" y="3755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80" name="TextBox 65">
              <a:extLst>
                <a:ext uri="{FF2B5EF4-FFF2-40B4-BE49-F238E27FC236}">
                  <a16:creationId xmlns:a16="http://schemas.microsoft.com/office/drawing/2014/main" id="{E7055D5D-B07D-B781-9B0E-3D35A531EE19}"/>
                </a:ext>
              </a:extLst>
            </p:cNvPr>
            <p:cNvSpPr txBox="1"/>
            <p:nvPr/>
          </p:nvSpPr>
          <p:spPr>
            <a:xfrm>
              <a:off x="0" y="-38100"/>
              <a:ext cx="348653" cy="413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 sz="1400"/>
            </a:p>
          </p:txBody>
        </p:sp>
      </p:grpSp>
      <p:sp>
        <p:nvSpPr>
          <p:cNvPr id="82" name="AutoShape 67">
            <a:extLst>
              <a:ext uri="{FF2B5EF4-FFF2-40B4-BE49-F238E27FC236}">
                <a16:creationId xmlns:a16="http://schemas.microsoft.com/office/drawing/2014/main" id="{E7FDAB9D-3321-050A-1505-2E7BAA162EC4}"/>
              </a:ext>
            </a:extLst>
          </p:cNvPr>
          <p:cNvSpPr/>
          <p:nvPr/>
        </p:nvSpPr>
        <p:spPr>
          <a:xfrm>
            <a:off x="8446487" y="2948829"/>
            <a:ext cx="0" cy="1652829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lgDash"/>
            <a:headEnd type="triangle" w="med" len="med"/>
            <a:tailEnd type="non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sp>
        <p:nvSpPr>
          <p:cNvPr id="83" name="Freeform 68">
            <a:extLst>
              <a:ext uri="{FF2B5EF4-FFF2-40B4-BE49-F238E27FC236}">
                <a16:creationId xmlns:a16="http://schemas.microsoft.com/office/drawing/2014/main" id="{F3ADDE8F-3E98-C6A9-6AA4-0AC0D2FA1082}"/>
              </a:ext>
            </a:extLst>
          </p:cNvPr>
          <p:cNvSpPr/>
          <p:nvPr/>
        </p:nvSpPr>
        <p:spPr>
          <a:xfrm>
            <a:off x="4265994" y="2353164"/>
            <a:ext cx="674088" cy="708479"/>
          </a:xfrm>
          <a:custGeom>
            <a:avLst/>
            <a:gdLst/>
            <a:ahLst/>
            <a:cxnLst/>
            <a:rect l="l" t="t" r="r" b="b"/>
            <a:pathLst>
              <a:path w="1074404" h="1129220">
                <a:moveTo>
                  <a:pt x="0" y="0"/>
                </a:moveTo>
                <a:lnTo>
                  <a:pt x="1074404" y="0"/>
                </a:lnTo>
                <a:lnTo>
                  <a:pt x="1074404" y="1129220"/>
                </a:lnTo>
                <a:lnTo>
                  <a:pt x="0" y="1129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algn="just"/>
            <a:endParaRPr lang="fr-FR" sz="1400"/>
          </a:p>
        </p:txBody>
      </p:sp>
      <p:sp>
        <p:nvSpPr>
          <p:cNvPr id="84" name="Freeform 69">
            <a:extLst>
              <a:ext uri="{FF2B5EF4-FFF2-40B4-BE49-F238E27FC236}">
                <a16:creationId xmlns:a16="http://schemas.microsoft.com/office/drawing/2014/main" id="{CFAA2669-04ED-F468-D4A8-3A3BFEE81C51}"/>
              </a:ext>
            </a:extLst>
          </p:cNvPr>
          <p:cNvSpPr/>
          <p:nvPr/>
        </p:nvSpPr>
        <p:spPr>
          <a:xfrm>
            <a:off x="6977475" y="2353757"/>
            <a:ext cx="674088" cy="708479"/>
          </a:xfrm>
          <a:custGeom>
            <a:avLst/>
            <a:gdLst/>
            <a:ahLst/>
            <a:cxnLst/>
            <a:rect l="l" t="t" r="r" b="b"/>
            <a:pathLst>
              <a:path w="1074404" h="1129220">
                <a:moveTo>
                  <a:pt x="0" y="0"/>
                </a:moveTo>
                <a:lnTo>
                  <a:pt x="1074404" y="0"/>
                </a:lnTo>
                <a:lnTo>
                  <a:pt x="1074404" y="1129220"/>
                </a:lnTo>
                <a:lnTo>
                  <a:pt x="0" y="1129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algn="just"/>
            <a:endParaRPr lang="fr-FR" sz="1400"/>
          </a:p>
        </p:txBody>
      </p:sp>
      <p:sp>
        <p:nvSpPr>
          <p:cNvPr id="85" name="Freeform 70">
            <a:extLst>
              <a:ext uri="{FF2B5EF4-FFF2-40B4-BE49-F238E27FC236}">
                <a16:creationId xmlns:a16="http://schemas.microsoft.com/office/drawing/2014/main" id="{8E570D05-95F0-B9FD-3B00-91E6AEC1F020}"/>
              </a:ext>
            </a:extLst>
          </p:cNvPr>
          <p:cNvSpPr/>
          <p:nvPr/>
        </p:nvSpPr>
        <p:spPr>
          <a:xfrm>
            <a:off x="5548012" y="4458429"/>
            <a:ext cx="715415" cy="768130"/>
          </a:xfrm>
          <a:custGeom>
            <a:avLst/>
            <a:gdLst/>
            <a:ahLst/>
            <a:cxnLst/>
            <a:rect l="l" t="t" r="r" b="b"/>
            <a:pathLst>
              <a:path w="1140275" h="1224295">
                <a:moveTo>
                  <a:pt x="0" y="0"/>
                </a:moveTo>
                <a:lnTo>
                  <a:pt x="1140274" y="0"/>
                </a:lnTo>
                <a:lnTo>
                  <a:pt x="1140274" y="1224295"/>
                </a:lnTo>
                <a:lnTo>
                  <a:pt x="0" y="12242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algn="just"/>
            <a:endParaRPr lang="fr-FR" sz="1400"/>
          </a:p>
        </p:txBody>
      </p:sp>
      <p:sp>
        <p:nvSpPr>
          <p:cNvPr id="86" name="TextBox 73">
            <a:extLst>
              <a:ext uri="{FF2B5EF4-FFF2-40B4-BE49-F238E27FC236}">
                <a16:creationId xmlns:a16="http://schemas.microsoft.com/office/drawing/2014/main" id="{E2443CEF-6AF2-B6E1-2C48-D4E344644B25}"/>
              </a:ext>
            </a:extLst>
          </p:cNvPr>
          <p:cNvSpPr txBox="1"/>
          <p:nvPr/>
        </p:nvSpPr>
        <p:spPr>
          <a:xfrm>
            <a:off x="2512696" y="3204985"/>
            <a:ext cx="1551548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Chunks</a:t>
            </a:r>
          </a:p>
        </p:txBody>
      </p:sp>
      <p:sp>
        <p:nvSpPr>
          <p:cNvPr id="87" name="TextBox 74">
            <a:extLst>
              <a:ext uri="{FF2B5EF4-FFF2-40B4-BE49-F238E27FC236}">
                <a16:creationId xmlns:a16="http://schemas.microsoft.com/office/drawing/2014/main" id="{3514850F-241C-73D5-ECAD-EFAAFD490DA5}"/>
              </a:ext>
            </a:extLst>
          </p:cNvPr>
          <p:cNvSpPr txBox="1"/>
          <p:nvPr/>
        </p:nvSpPr>
        <p:spPr>
          <a:xfrm>
            <a:off x="1198081" y="3204985"/>
            <a:ext cx="1551548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Documents</a:t>
            </a:r>
          </a:p>
        </p:txBody>
      </p:sp>
      <p:sp>
        <p:nvSpPr>
          <p:cNvPr id="88" name="TextBox 76">
            <a:extLst>
              <a:ext uri="{FF2B5EF4-FFF2-40B4-BE49-F238E27FC236}">
                <a16:creationId xmlns:a16="http://schemas.microsoft.com/office/drawing/2014/main" id="{B5BD97B6-3B7E-40F4-D640-CBD3263B69CE}"/>
              </a:ext>
            </a:extLst>
          </p:cNvPr>
          <p:cNvSpPr txBox="1"/>
          <p:nvPr/>
        </p:nvSpPr>
        <p:spPr>
          <a:xfrm>
            <a:off x="6539291" y="3204985"/>
            <a:ext cx="1551548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Embedding</a:t>
            </a:r>
          </a:p>
        </p:txBody>
      </p:sp>
      <p:sp>
        <p:nvSpPr>
          <p:cNvPr id="89" name="TextBox 77">
            <a:extLst>
              <a:ext uri="{FF2B5EF4-FFF2-40B4-BE49-F238E27FC236}">
                <a16:creationId xmlns:a16="http://schemas.microsoft.com/office/drawing/2014/main" id="{E87D45E3-63DA-4DB8-2E2D-F7BEAC965794}"/>
              </a:ext>
            </a:extLst>
          </p:cNvPr>
          <p:cNvSpPr txBox="1"/>
          <p:nvPr/>
        </p:nvSpPr>
        <p:spPr>
          <a:xfrm>
            <a:off x="5129945" y="5343155"/>
            <a:ext cx="1551548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010101"/>
                </a:solidFill>
                <a:ea typeface="Raleway Bold"/>
                <a:cs typeface="Raleway Bold"/>
                <a:sym typeface="Raleway Bold"/>
              </a:rPr>
              <a:t>Similarity</a:t>
            </a:r>
          </a:p>
          <a:p>
            <a:pPr algn="ctr"/>
            <a:r>
              <a:rPr lang="en-US" sz="1400" b="1">
                <a:solidFill>
                  <a:srgbClr val="010101"/>
                </a:solidFill>
                <a:ea typeface="Raleway Bold"/>
                <a:cs typeface="Raleway Bold"/>
                <a:sym typeface="Raleway Bold"/>
              </a:rPr>
              <a:t>Search</a:t>
            </a:r>
          </a:p>
        </p:txBody>
      </p:sp>
      <p:sp>
        <p:nvSpPr>
          <p:cNvPr id="90" name="TextBox 78">
            <a:extLst>
              <a:ext uri="{FF2B5EF4-FFF2-40B4-BE49-F238E27FC236}">
                <a16:creationId xmlns:a16="http://schemas.microsoft.com/office/drawing/2014/main" id="{98686893-F47F-4E58-DD4B-75334AD01149}"/>
              </a:ext>
            </a:extLst>
          </p:cNvPr>
          <p:cNvSpPr txBox="1"/>
          <p:nvPr/>
        </p:nvSpPr>
        <p:spPr>
          <a:xfrm>
            <a:off x="6681493" y="5343155"/>
            <a:ext cx="1007772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Relevant</a:t>
            </a:r>
          </a:p>
          <a:p>
            <a:pPr algn="ctr"/>
            <a:r>
              <a:rPr lang="en-GB" sz="1400"/>
              <a:t>Context</a:t>
            </a:r>
            <a:endParaRPr lang="en-US" sz="1400">
              <a:solidFill>
                <a:srgbClr val="010101"/>
              </a:solidFill>
              <a:ea typeface="Raleway"/>
              <a:cs typeface="Raleway"/>
              <a:sym typeface="Raleway"/>
            </a:endParaRPr>
          </a:p>
        </p:txBody>
      </p:sp>
      <p:sp>
        <p:nvSpPr>
          <p:cNvPr id="91" name="TextBox 79">
            <a:extLst>
              <a:ext uri="{FF2B5EF4-FFF2-40B4-BE49-F238E27FC236}">
                <a16:creationId xmlns:a16="http://schemas.microsoft.com/office/drawing/2014/main" id="{82797124-6F44-0697-AACE-AC5F2C399DEA}"/>
              </a:ext>
            </a:extLst>
          </p:cNvPr>
          <p:cNvSpPr txBox="1"/>
          <p:nvPr/>
        </p:nvSpPr>
        <p:spPr>
          <a:xfrm>
            <a:off x="9107924" y="5343155"/>
            <a:ext cx="1007772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010101"/>
                </a:solidFill>
                <a:ea typeface="Raleway Bold"/>
                <a:cs typeface="Raleway Bold"/>
                <a:sym typeface="Raleway Bold"/>
              </a:rPr>
              <a:t>Generative LLM</a:t>
            </a:r>
          </a:p>
        </p:txBody>
      </p:sp>
      <p:sp>
        <p:nvSpPr>
          <p:cNvPr id="93" name="TextBox 81">
            <a:extLst>
              <a:ext uri="{FF2B5EF4-FFF2-40B4-BE49-F238E27FC236}">
                <a16:creationId xmlns:a16="http://schemas.microsoft.com/office/drawing/2014/main" id="{32E67BC0-CD01-5F90-8C7F-3056CB27BBBD}"/>
              </a:ext>
            </a:extLst>
          </p:cNvPr>
          <p:cNvSpPr txBox="1"/>
          <p:nvPr/>
        </p:nvSpPr>
        <p:spPr>
          <a:xfrm>
            <a:off x="7629318" y="4744172"/>
            <a:ext cx="361968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+</a:t>
            </a:r>
          </a:p>
        </p:txBody>
      </p:sp>
      <p:sp>
        <p:nvSpPr>
          <p:cNvPr id="94" name="TextBox 82">
            <a:extLst>
              <a:ext uri="{FF2B5EF4-FFF2-40B4-BE49-F238E27FC236}">
                <a16:creationId xmlns:a16="http://schemas.microsoft.com/office/drawing/2014/main" id="{F03D5560-E6DF-81FB-77E4-D408C3AB1136}"/>
              </a:ext>
            </a:extLst>
          </p:cNvPr>
          <p:cNvSpPr txBox="1"/>
          <p:nvPr/>
        </p:nvSpPr>
        <p:spPr>
          <a:xfrm>
            <a:off x="8879294" y="4744172"/>
            <a:ext cx="305987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+</a:t>
            </a:r>
          </a:p>
        </p:txBody>
      </p:sp>
      <p:sp>
        <p:nvSpPr>
          <p:cNvPr id="95" name="Freeform 83">
            <a:extLst>
              <a:ext uri="{FF2B5EF4-FFF2-40B4-BE49-F238E27FC236}">
                <a16:creationId xmlns:a16="http://schemas.microsoft.com/office/drawing/2014/main" id="{A1EAC852-50EE-75B0-F3FB-CAC1BBF4C93C}"/>
              </a:ext>
            </a:extLst>
          </p:cNvPr>
          <p:cNvSpPr/>
          <p:nvPr/>
        </p:nvSpPr>
        <p:spPr>
          <a:xfrm>
            <a:off x="6864313" y="4431156"/>
            <a:ext cx="699456" cy="822676"/>
          </a:xfrm>
          <a:custGeom>
            <a:avLst/>
            <a:gdLst/>
            <a:ahLst/>
            <a:cxnLst/>
            <a:rect l="l" t="t" r="r" b="b"/>
            <a:pathLst>
              <a:path w="1114838" h="1311234">
                <a:moveTo>
                  <a:pt x="0" y="0"/>
                </a:moveTo>
                <a:lnTo>
                  <a:pt x="1114838" y="0"/>
                </a:lnTo>
                <a:lnTo>
                  <a:pt x="1114838" y="1311233"/>
                </a:lnTo>
                <a:lnTo>
                  <a:pt x="0" y="13112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algn="just"/>
            <a:endParaRPr lang="fr-FR" sz="1400"/>
          </a:p>
        </p:txBody>
      </p:sp>
      <p:pic>
        <p:nvPicPr>
          <p:cNvPr id="96" name="Picture 95" descr="A black and white cartoon of a llama&#10;&#10;Description automatically generated">
            <a:extLst>
              <a:ext uri="{FF2B5EF4-FFF2-40B4-BE49-F238E27FC236}">
                <a16:creationId xmlns:a16="http://schemas.microsoft.com/office/drawing/2014/main" id="{8B3AEBCA-9178-1D9F-FA7D-0030F5EE5E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630" y="4424844"/>
            <a:ext cx="708258" cy="835299"/>
          </a:xfrm>
          <a:prstGeom prst="rect">
            <a:avLst/>
          </a:prstGeom>
        </p:spPr>
      </p:pic>
      <p:sp>
        <p:nvSpPr>
          <p:cNvPr id="97" name="AutoShape 13">
            <a:extLst>
              <a:ext uri="{FF2B5EF4-FFF2-40B4-BE49-F238E27FC236}">
                <a16:creationId xmlns:a16="http://schemas.microsoft.com/office/drawing/2014/main" id="{E2AFCC54-F4A6-657E-CBAE-ED69163884EF}"/>
              </a:ext>
            </a:extLst>
          </p:cNvPr>
          <p:cNvSpPr/>
          <p:nvPr/>
        </p:nvSpPr>
        <p:spPr>
          <a:xfrm flipH="1" flipV="1">
            <a:off x="6354033" y="2703724"/>
            <a:ext cx="545754" cy="3976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6C0F1E2-81D1-4DA5-DEB1-C12BF1DDCA15}"/>
              </a:ext>
            </a:extLst>
          </p:cNvPr>
          <p:cNvGrpSpPr/>
          <p:nvPr/>
        </p:nvGrpSpPr>
        <p:grpSpPr>
          <a:xfrm>
            <a:off x="9188579" y="2253678"/>
            <a:ext cx="830556" cy="894525"/>
            <a:chOff x="14147210" y="2429227"/>
            <a:chExt cx="1323793" cy="1425751"/>
          </a:xfrm>
        </p:grpSpPr>
        <p:grpSp>
          <p:nvGrpSpPr>
            <p:cNvPr id="99" name="Group 24">
              <a:extLst>
                <a:ext uri="{FF2B5EF4-FFF2-40B4-BE49-F238E27FC236}">
                  <a16:creationId xmlns:a16="http://schemas.microsoft.com/office/drawing/2014/main" id="{6CA4A683-C18F-5DCB-691A-3BB6F3E28BC3}"/>
                </a:ext>
              </a:extLst>
            </p:cNvPr>
            <p:cNvGrpSpPr/>
            <p:nvPr/>
          </p:nvGrpSpPr>
          <p:grpSpPr>
            <a:xfrm>
              <a:off x="14147210" y="2429227"/>
              <a:ext cx="1323793" cy="1425751"/>
              <a:chOff x="0" y="0"/>
              <a:chExt cx="348653" cy="375506"/>
            </a:xfrm>
          </p:grpSpPr>
          <p:sp>
            <p:nvSpPr>
              <p:cNvPr id="101" name="Freeform 25">
                <a:extLst>
                  <a:ext uri="{FF2B5EF4-FFF2-40B4-BE49-F238E27FC236}">
                    <a16:creationId xmlns:a16="http://schemas.microsoft.com/office/drawing/2014/main" id="{AF6F9048-F5F8-6F04-D253-7BBF6B7612AD}"/>
                  </a:ext>
                </a:extLst>
              </p:cNvPr>
              <p:cNvSpPr/>
              <p:nvPr/>
            </p:nvSpPr>
            <p:spPr>
              <a:xfrm>
                <a:off x="0" y="0"/>
                <a:ext cx="348653" cy="375506"/>
              </a:xfrm>
              <a:custGeom>
                <a:avLst/>
                <a:gdLst/>
                <a:ahLst/>
                <a:cxnLst/>
                <a:rect l="l" t="t" r="r" b="b"/>
                <a:pathLst>
                  <a:path w="348653" h="375506">
                    <a:moveTo>
                      <a:pt x="0" y="0"/>
                    </a:moveTo>
                    <a:lnTo>
                      <a:pt x="348653" y="0"/>
                    </a:lnTo>
                    <a:lnTo>
                      <a:pt x="348653" y="375506"/>
                    </a:lnTo>
                    <a:lnTo>
                      <a:pt x="0" y="37550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chemeClr val="bg2">
                    <a:lumMod val="75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pPr algn="just"/>
                <a:endParaRPr lang="fr-FR" sz="1400"/>
              </a:p>
            </p:txBody>
          </p:sp>
          <p:sp>
            <p:nvSpPr>
              <p:cNvPr id="102" name="TextBox 26">
                <a:extLst>
                  <a:ext uri="{FF2B5EF4-FFF2-40B4-BE49-F238E27FC236}">
                    <a16:creationId xmlns:a16="http://schemas.microsoft.com/office/drawing/2014/main" id="{CB69278E-5DF6-9C7E-A67A-AAFE910523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48653" cy="413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just">
                  <a:lnSpc>
                    <a:spcPts val="2659"/>
                  </a:lnSpc>
                </a:pPr>
                <a:endParaRPr sz="1400"/>
              </a:p>
            </p:txBody>
          </p:sp>
        </p:grpSp>
        <p:pic>
          <p:nvPicPr>
            <p:cNvPr id="100" name="Graphic 99" descr="User with solid fill">
              <a:extLst>
                <a:ext uri="{FF2B5EF4-FFF2-40B4-BE49-F238E27FC236}">
                  <a16:creationId xmlns:a16="http://schemas.microsoft.com/office/drawing/2014/main" id="{008DE06E-AA61-0C1B-991A-AAF78F4AF5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344628" y="2675917"/>
              <a:ext cx="914400" cy="914400"/>
            </a:xfrm>
            <a:prstGeom prst="rect">
              <a:avLst/>
            </a:prstGeom>
          </p:spPr>
        </p:pic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1ADF390-D301-0BCB-5888-B5DA9588A9FA}"/>
              </a:ext>
            </a:extLst>
          </p:cNvPr>
          <p:cNvGrpSpPr/>
          <p:nvPr/>
        </p:nvGrpSpPr>
        <p:grpSpPr>
          <a:xfrm>
            <a:off x="1496905" y="2253678"/>
            <a:ext cx="890549" cy="1006957"/>
            <a:chOff x="2844862" y="7180971"/>
            <a:chExt cx="1419414" cy="1604953"/>
          </a:xfrm>
        </p:grpSpPr>
        <p:sp>
          <p:nvSpPr>
            <p:cNvPr id="104" name="Freeform 25">
              <a:extLst>
                <a:ext uri="{FF2B5EF4-FFF2-40B4-BE49-F238E27FC236}">
                  <a16:creationId xmlns:a16="http://schemas.microsoft.com/office/drawing/2014/main" id="{B32557A2-2B6F-B312-55E5-72D071C648E4}"/>
                </a:ext>
              </a:extLst>
            </p:cNvPr>
            <p:cNvSpPr/>
            <p:nvPr/>
          </p:nvSpPr>
          <p:spPr>
            <a:xfrm>
              <a:off x="2940483" y="7180971"/>
              <a:ext cx="1323793" cy="1425751"/>
            </a:xfrm>
            <a:custGeom>
              <a:avLst/>
              <a:gdLst/>
              <a:ahLst/>
              <a:cxnLst/>
              <a:rect l="l" t="t" r="r" b="b"/>
              <a:pathLst>
                <a:path w="348653" h="375506">
                  <a:moveTo>
                    <a:pt x="0" y="0"/>
                  </a:moveTo>
                  <a:lnTo>
                    <a:pt x="348653" y="0"/>
                  </a:lnTo>
                  <a:lnTo>
                    <a:pt x="348653" y="375506"/>
                  </a:lnTo>
                  <a:lnTo>
                    <a:pt x="0" y="3755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105" name="TextBox 26">
              <a:extLst>
                <a:ext uri="{FF2B5EF4-FFF2-40B4-BE49-F238E27FC236}">
                  <a16:creationId xmlns:a16="http://schemas.microsoft.com/office/drawing/2014/main" id="{5E9EC209-409D-B22E-B51A-2DE127FA7376}"/>
                </a:ext>
              </a:extLst>
            </p:cNvPr>
            <p:cNvSpPr txBox="1"/>
            <p:nvPr/>
          </p:nvSpPr>
          <p:spPr>
            <a:xfrm>
              <a:off x="2844862" y="7215512"/>
              <a:ext cx="1323793" cy="1570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59"/>
                </a:lnSpc>
              </a:pPr>
              <a:endParaRPr sz="1400"/>
            </a:p>
          </p:txBody>
        </p:sp>
        <p:pic>
          <p:nvPicPr>
            <p:cNvPr id="106" name="Graphic 105" descr="Folder Search outline">
              <a:extLst>
                <a:ext uri="{FF2B5EF4-FFF2-40B4-BE49-F238E27FC236}">
                  <a16:creationId xmlns:a16="http://schemas.microsoft.com/office/drawing/2014/main" id="{FE7CA7F2-7BDE-D012-5537-A894290B84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023565" y="7377028"/>
              <a:ext cx="1145089" cy="1145089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282A696-902B-7ABE-2F82-2276D4CE22CC}"/>
              </a:ext>
            </a:extLst>
          </p:cNvPr>
          <p:cNvSpPr txBox="1"/>
          <p:nvPr/>
        </p:nvSpPr>
        <p:spPr>
          <a:xfrm>
            <a:off x="1274330" y="1512190"/>
            <a:ext cx="6265888" cy="418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GB" sz="1600" b="1">
                <a:solidFill>
                  <a:srgbClr val="0070C0"/>
                </a:solidFill>
                <a:cs typeface="Times New Roman" panose="02020603050405020304" pitchFamily="18" charset="0"/>
              </a:rPr>
              <a:t>Offline Data Preprocessing</a:t>
            </a:r>
            <a:endParaRPr lang="en-US" sz="1600" b="1">
              <a:solidFill>
                <a:srgbClr val="0070C0"/>
              </a:solidFill>
              <a:ea typeface="Raleway"/>
              <a:cs typeface="Times New Roman" panose="02020603050405020304" pitchFamily="18" charset="0"/>
              <a:sym typeface="Ralew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17484-A3E9-4E6C-9550-7E238FB500BF}"/>
              </a:ext>
            </a:extLst>
          </p:cNvPr>
          <p:cNvSpPr txBox="1"/>
          <p:nvPr/>
        </p:nvSpPr>
        <p:spPr>
          <a:xfrm>
            <a:off x="5110461" y="5818482"/>
            <a:ext cx="6265888" cy="42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GB" sz="1600" b="1">
                <a:solidFill>
                  <a:srgbClr val="C00000"/>
                </a:solidFill>
                <a:cs typeface="Times New Roman" panose="02020603050405020304" pitchFamily="18" charset="0"/>
              </a:rPr>
              <a:t>Online Semantic Retrieval</a:t>
            </a:r>
            <a:endParaRPr lang="en-US" sz="1600" b="1">
              <a:solidFill>
                <a:srgbClr val="C00000"/>
              </a:solidFill>
              <a:ea typeface="Raleway"/>
              <a:cs typeface="Times New Roman" panose="02020603050405020304" pitchFamily="18" charset="0"/>
              <a:sym typeface="Raleway"/>
            </a:endParaRPr>
          </a:p>
        </p:txBody>
      </p:sp>
      <p:sp>
        <p:nvSpPr>
          <p:cNvPr id="133" name="AutoShape 66">
            <a:extLst>
              <a:ext uri="{FF2B5EF4-FFF2-40B4-BE49-F238E27FC236}">
                <a16:creationId xmlns:a16="http://schemas.microsoft.com/office/drawing/2014/main" id="{D3E78C19-A1CB-EC28-1824-67248242B3EF}"/>
              </a:ext>
            </a:extLst>
          </p:cNvPr>
          <p:cNvSpPr/>
          <p:nvPr/>
        </p:nvSpPr>
        <p:spPr>
          <a:xfrm flipH="1" flipV="1">
            <a:off x="9611810" y="3420428"/>
            <a:ext cx="0" cy="974801"/>
          </a:xfrm>
          <a:prstGeom prst="line">
            <a:avLst/>
          </a:prstGeom>
          <a:ln w="19050" cap="flat">
            <a:solidFill>
              <a:schemeClr val="bg2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pPr algn="just"/>
            <a:endParaRPr lang="fr-FR" sz="1400"/>
          </a:p>
        </p:txBody>
      </p:sp>
      <p:grpSp>
        <p:nvGrpSpPr>
          <p:cNvPr id="75" name="Group 60">
            <a:extLst>
              <a:ext uri="{FF2B5EF4-FFF2-40B4-BE49-F238E27FC236}">
                <a16:creationId xmlns:a16="http://schemas.microsoft.com/office/drawing/2014/main" id="{6E9743DB-26CF-96D1-092C-795380313B8B}"/>
              </a:ext>
            </a:extLst>
          </p:cNvPr>
          <p:cNvGrpSpPr/>
          <p:nvPr/>
        </p:nvGrpSpPr>
        <p:grpSpPr>
          <a:xfrm>
            <a:off x="9071766" y="3570878"/>
            <a:ext cx="1080089" cy="457702"/>
            <a:chOff x="0" y="0"/>
            <a:chExt cx="453403" cy="192136"/>
          </a:xfrm>
        </p:grpSpPr>
        <p:sp>
          <p:nvSpPr>
            <p:cNvPr id="76" name="Freeform 61">
              <a:extLst>
                <a:ext uri="{FF2B5EF4-FFF2-40B4-BE49-F238E27FC236}">
                  <a16:creationId xmlns:a16="http://schemas.microsoft.com/office/drawing/2014/main" id="{1B09D2C5-DB61-3877-2A4C-B96501477074}"/>
                </a:ext>
              </a:extLst>
            </p:cNvPr>
            <p:cNvSpPr/>
            <p:nvPr/>
          </p:nvSpPr>
          <p:spPr>
            <a:xfrm>
              <a:off x="0" y="0"/>
              <a:ext cx="453403" cy="189106"/>
            </a:xfrm>
            <a:custGeom>
              <a:avLst/>
              <a:gdLst/>
              <a:ahLst/>
              <a:cxnLst/>
              <a:rect l="l" t="t" r="r" b="b"/>
              <a:pathLst>
                <a:path w="453403" h="189106">
                  <a:moveTo>
                    <a:pt x="89943" y="0"/>
                  </a:moveTo>
                  <a:lnTo>
                    <a:pt x="363460" y="0"/>
                  </a:lnTo>
                  <a:cubicBezTo>
                    <a:pt x="413135" y="0"/>
                    <a:pt x="453403" y="40269"/>
                    <a:pt x="453403" y="89943"/>
                  </a:cubicBezTo>
                  <a:lnTo>
                    <a:pt x="453403" y="99163"/>
                  </a:lnTo>
                  <a:cubicBezTo>
                    <a:pt x="453403" y="148837"/>
                    <a:pt x="413135" y="189106"/>
                    <a:pt x="363460" y="189106"/>
                  </a:cubicBezTo>
                  <a:lnTo>
                    <a:pt x="89943" y="189106"/>
                  </a:lnTo>
                  <a:cubicBezTo>
                    <a:pt x="40269" y="189106"/>
                    <a:pt x="0" y="148837"/>
                    <a:pt x="0" y="99163"/>
                  </a:cubicBezTo>
                  <a:lnTo>
                    <a:pt x="0" y="89943"/>
                  </a:lnTo>
                  <a:cubicBezTo>
                    <a:pt x="0" y="40269"/>
                    <a:pt x="40269" y="0"/>
                    <a:pt x="899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chemeClr val="bg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sp>
          <p:nvSpPr>
            <p:cNvPr id="77" name="TextBox 62">
              <a:extLst>
                <a:ext uri="{FF2B5EF4-FFF2-40B4-BE49-F238E27FC236}">
                  <a16:creationId xmlns:a16="http://schemas.microsoft.com/office/drawing/2014/main" id="{3B440B59-3E0C-A028-03A1-A6440638F662}"/>
                </a:ext>
              </a:extLst>
            </p:cNvPr>
            <p:cNvSpPr txBox="1"/>
            <p:nvPr/>
          </p:nvSpPr>
          <p:spPr>
            <a:xfrm>
              <a:off x="0" y="0"/>
              <a:ext cx="453403" cy="192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1400" b="1">
                  <a:solidFill>
                    <a:schemeClr val="bg2">
                      <a:lumMod val="50000"/>
                    </a:schemeClr>
                  </a:solidFill>
                  <a:ea typeface="Raleway"/>
                  <a:cs typeface="Raleway"/>
                  <a:sym typeface="Raleway"/>
                </a:rPr>
                <a:t>Response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DAC09F-F0EB-E659-8892-B1CFDF684D38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CFA1A99A-5808-00E6-FCE4-21F580723E48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9" name="Freeform 46">
              <a:extLst>
                <a:ext uri="{FF2B5EF4-FFF2-40B4-BE49-F238E27FC236}">
                  <a16:creationId xmlns:a16="http://schemas.microsoft.com/office/drawing/2014/main" id="{B3788B08-8897-5670-CE05-43167AE0778F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10" name="Freeform 47">
              <a:extLst>
                <a:ext uri="{FF2B5EF4-FFF2-40B4-BE49-F238E27FC236}">
                  <a16:creationId xmlns:a16="http://schemas.microsoft.com/office/drawing/2014/main" id="{E1C1191B-D602-6702-F65D-EA339A1E62E3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11" name="Freeform 48">
              <a:extLst>
                <a:ext uri="{FF2B5EF4-FFF2-40B4-BE49-F238E27FC236}">
                  <a16:creationId xmlns:a16="http://schemas.microsoft.com/office/drawing/2014/main" id="{C73501CC-E3EB-FE5A-FCEB-A18CA71CE41E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C313743-A001-3EC5-EFD4-2CF2768D4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sp>
        <p:nvSpPr>
          <p:cNvPr id="13" name="Shape 4">
            <a:extLst>
              <a:ext uri="{FF2B5EF4-FFF2-40B4-BE49-F238E27FC236}">
                <a16:creationId xmlns:a16="http://schemas.microsoft.com/office/drawing/2014/main" id="{16ABAD98-1279-80A2-66AC-53FD1FCB23F8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  <p:pic>
        <p:nvPicPr>
          <p:cNvPr id="14" name="Graphic 13" descr="Brain with solid fill">
            <a:extLst>
              <a:ext uri="{FF2B5EF4-FFF2-40B4-BE49-F238E27FC236}">
                <a16:creationId xmlns:a16="http://schemas.microsoft.com/office/drawing/2014/main" id="{A2145A23-541F-BDA5-FE6D-E2195453B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15" name="Graphic 14" descr="Database with solid fill">
            <a:extLst>
              <a:ext uri="{FF2B5EF4-FFF2-40B4-BE49-F238E27FC236}">
                <a16:creationId xmlns:a16="http://schemas.microsoft.com/office/drawing/2014/main" id="{DDB0A736-30E9-76F1-44E3-520AF1B3EB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16" name="Shape 17">
            <a:extLst>
              <a:ext uri="{FF2B5EF4-FFF2-40B4-BE49-F238E27FC236}">
                <a16:creationId xmlns:a16="http://schemas.microsoft.com/office/drawing/2014/main" id="{CAAEBDF3-6079-05B7-6061-8A010668BF7F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86405B5-49E7-A24E-749D-860B30D87907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8E3A899C-86CB-120C-5586-8D7D4828C3F7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34FD95-FFE4-56E0-7E53-E01049D79886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891F8E-1E79-804B-82E3-EE6008C0E6D9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F24E36-EFAE-51AC-F765-6F8A647D787C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22" name="Graphic 21" descr="Shield Tick with solid fill">
            <a:extLst>
              <a:ext uri="{FF2B5EF4-FFF2-40B4-BE49-F238E27FC236}">
                <a16:creationId xmlns:a16="http://schemas.microsoft.com/office/drawing/2014/main" id="{F4FE9F18-7989-5254-1100-730362D32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23" name="Shape 17">
            <a:extLst>
              <a:ext uri="{FF2B5EF4-FFF2-40B4-BE49-F238E27FC236}">
                <a16:creationId xmlns:a16="http://schemas.microsoft.com/office/drawing/2014/main" id="{BE610AEA-3E69-2C86-D19A-5F5DF3075FEC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7A8DD9-A7B4-5F06-5C3F-5ECF32643B65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25" name="Graphic 24" descr="Circles with lines with solid fill">
            <a:extLst>
              <a:ext uri="{FF2B5EF4-FFF2-40B4-BE49-F238E27FC236}">
                <a16:creationId xmlns:a16="http://schemas.microsoft.com/office/drawing/2014/main" id="{7277C8EE-AC24-723E-B7FD-471852FE6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26" name="Graphic 25" descr="Head with gears with solid fill">
            <a:extLst>
              <a:ext uri="{FF2B5EF4-FFF2-40B4-BE49-F238E27FC236}">
                <a16:creationId xmlns:a16="http://schemas.microsoft.com/office/drawing/2014/main" id="{AFCCE218-1A8B-982C-4777-1F4589649C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DBC623A-392C-A103-CA63-2023AD217D8D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3B617CC1-4356-9DC9-B3F2-323931A6A8E6}"/>
              </a:ext>
            </a:extLst>
          </p:cNvPr>
          <p:cNvSpPr/>
          <p:nvPr/>
        </p:nvSpPr>
        <p:spPr>
          <a:xfrm>
            <a:off x="8143318" y="243550"/>
            <a:ext cx="727148" cy="772310"/>
          </a:xfrm>
          <a:prstGeom prst="roundRect">
            <a:avLst>
              <a:gd name="adj" fmla="val 12500"/>
            </a:avLst>
          </a:prstGeom>
          <a:solidFill>
            <a:srgbClr val="2463EC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367585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4382-F910-DA8D-EA70-E64CD6E4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38">
            <a:extLst>
              <a:ext uri="{FF2B5EF4-FFF2-40B4-BE49-F238E27FC236}">
                <a16:creationId xmlns:a16="http://schemas.microsoft.com/office/drawing/2014/main" id="{EEFAE19D-9F7B-76D1-F5B3-8045C6264C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87" t="4597" r="5561" b="65493"/>
          <a:stretch>
            <a:fillRect/>
          </a:stretch>
        </p:blipFill>
        <p:spPr>
          <a:xfrm>
            <a:off x="6970182" y="1262147"/>
            <a:ext cx="5134949" cy="24627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05E76DC-457D-09EE-FC67-47BE362D4F87}"/>
              </a:ext>
            </a:extLst>
          </p:cNvPr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687383"/>
                </a:solidFill>
              </a:rPr>
              <a:t>PART 01 | RAG</a:t>
            </a:r>
            <a:endParaRPr lang="en-US" sz="84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96B13C-CAD4-EF9A-232D-7B192F539980}"/>
              </a:ext>
            </a:extLst>
          </p:cNvPr>
          <p:cNvSpPr/>
          <p:nvPr/>
        </p:nvSpPr>
        <p:spPr>
          <a:xfrm>
            <a:off x="604955" y="720256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sz="2400" b="1">
                <a:latin typeface="+mj-lt"/>
                <a:ea typeface="Aptos Display" pitchFamily="34" charset="-122"/>
                <a:cs typeface="Aptos Display" pitchFamily="34" charset="-120"/>
              </a:rPr>
              <a:t>RAG: </a:t>
            </a:r>
            <a:r>
              <a:rPr lang="en-GB" sz="2400" b="1">
                <a:latin typeface="+mj-lt"/>
                <a:cs typeface="Times New Roman" panose="02020603050405020304" pitchFamily="18" charset="0"/>
              </a:rPr>
              <a:t>Offline Data Preprocessing</a:t>
            </a:r>
            <a:endParaRPr lang="en-US" sz="2400" b="1">
              <a:latin typeface="+mj-lt"/>
              <a:ea typeface="Raleway"/>
              <a:cs typeface="Times New Roman" panose="02020603050405020304" pitchFamily="18" charset="0"/>
              <a:sym typeface="Raleway"/>
            </a:endParaRPr>
          </a:p>
        </p:txBody>
      </p:sp>
      <p:grpSp>
        <p:nvGrpSpPr>
          <p:cNvPr id="10" name="Group 17">
            <a:extLst>
              <a:ext uri="{FF2B5EF4-FFF2-40B4-BE49-F238E27FC236}">
                <a16:creationId xmlns:a16="http://schemas.microsoft.com/office/drawing/2014/main" id="{5288C3FB-8C29-EBBC-6A9D-572DE3AB7940}"/>
              </a:ext>
            </a:extLst>
          </p:cNvPr>
          <p:cNvGrpSpPr/>
          <p:nvPr/>
        </p:nvGrpSpPr>
        <p:grpSpPr>
          <a:xfrm>
            <a:off x="163690" y="2744703"/>
            <a:ext cx="882529" cy="950501"/>
            <a:chOff x="0" y="0"/>
            <a:chExt cx="1765057" cy="1901001"/>
          </a:xfrm>
        </p:grpSpPr>
        <p:grpSp>
          <p:nvGrpSpPr>
            <p:cNvPr id="11" name="Group 18">
              <a:extLst>
                <a:ext uri="{FF2B5EF4-FFF2-40B4-BE49-F238E27FC236}">
                  <a16:creationId xmlns:a16="http://schemas.microsoft.com/office/drawing/2014/main" id="{1614FED9-AB83-E7CB-1A9C-E276D9B9660C}"/>
                </a:ext>
              </a:extLst>
            </p:cNvPr>
            <p:cNvGrpSpPr/>
            <p:nvPr/>
          </p:nvGrpSpPr>
          <p:grpSpPr>
            <a:xfrm>
              <a:off x="0" y="0"/>
              <a:ext cx="1765057" cy="1901001"/>
              <a:chOff x="0" y="0"/>
              <a:chExt cx="348653" cy="375506"/>
            </a:xfrm>
          </p:grpSpPr>
          <p:sp>
            <p:nvSpPr>
              <p:cNvPr id="15" name="Freeform 19">
                <a:extLst>
                  <a:ext uri="{FF2B5EF4-FFF2-40B4-BE49-F238E27FC236}">
                    <a16:creationId xmlns:a16="http://schemas.microsoft.com/office/drawing/2014/main" id="{F77B49D1-A7CE-973D-79B8-1E786F0586DD}"/>
                  </a:ext>
                </a:extLst>
              </p:cNvPr>
              <p:cNvSpPr/>
              <p:nvPr/>
            </p:nvSpPr>
            <p:spPr>
              <a:xfrm>
                <a:off x="0" y="0"/>
                <a:ext cx="348653" cy="375506"/>
              </a:xfrm>
              <a:custGeom>
                <a:avLst/>
                <a:gdLst/>
                <a:ahLst/>
                <a:cxnLst/>
                <a:rect l="l" t="t" r="r" b="b"/>
                <a:pathLst>
                  <a:path w="348653" h="375506">
                    <a:moveTo>
                      <a:pt x="0" y="0"/>
                    </a:moveTo>
                    <a:lnTo>
                      <a:pt x="348653" y="0"/>
                    </a:lnTo>
                    <a:lnTo>
                      <a:pt x="348653" y="375506"/>
                    </a:lnTo>
                    <a:lnTo>
                      <a:pt x="0" y="37550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 sz="800"/>
              </a:p>
            </p:txBody>
          </p:sp>
          <p:sp>
            <p:nvSpPr>
              <p:cNvPr id="16" name="TextBox 20">
                <a:extLst>
                  <a:ext uri="{FF2B5EF4-FFF2-40B4-BE49-F238E27FC236}">
                    <a16:creationId xmlns:a16="http://schemas.microsoft.com/office/drawing/2014/main" id="{2D28FFAA-9ACD-9D50-167A-8B8A73AF45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48653" cy="41360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800"/>
              </a:p>
            </p:txBody>
          </p:sp>
        </p:grpSp>
        <p:sp>
          <p:nvSpPr>
            <p:cNvPr id="12" name="Freeform 21">
              <a:extLst>
                <a:ext uri="{FF2B5EF4-FFF2-40B4-BE49-F238E27FC236}">
                  <a16:creationId xmlns:a16="http://schemas.microsoft.com/office/drawing/2014/main" id="{0C4CB3C2-92BA-94BB-3272-FE1E4BE3E86B}"/>
                </a:ext>
              </a:extLst>
            </p:cNvPr>
            <p:cNvSpPr/>
            <p:nvPr/>
          </p:nvSpPr>
          <p:spPr>
            <a:xfrm>
              <a:off x="145530" y="219626"/>
              <a:ext cx="469578" cy="609512"/>
            </a:xfrm>
            <a:custGeom>
              <a:avLst/>
              <a:gdLst/>
              <a:ahLst/>
              <a:cxnLst/>
              <a:rect l="l" t="t" r="r" b="b"/>
              <a:pathLst>
                <a:path w="469578" h="609512">
                  <a:moveTo>
                    <a:pt x="0" y="0"/>
                  </a:moveTo>
                  <a:lnTo>
                    <a:pt x="469578" y="0"/>
                  </a:lnTo>
                  <a:lnTo>
                    <a:pt x="469578" y="609513"/>
                  </a:lnTo>
                  <a:lnTo>
                    <a:pt x="0" y="60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sz="800"/>
            </a:p>
          </p:txBody>
        </p:sp>
        <p:sp>
          <p:nvSpPr>
            <p:cNvPr id="13" name="Freeform 22">
              <a:extLst>
                <a:ext uri="{FF2B5EF4-FFF2-40B4-BE49-F238E27FC236}">
                  <a16:creationId xmlns:a16="http://schemas.microsoft.com/office/drawing/2014/main" id="{60F3B788-753C-A63A-22F6-49087A0D4278}"/>
                </a:ext>
              </a:extLst>
            </p:cNvPr>
            <p:cNvSpPr/>
            <p:nvPr/>
          </p:nvSpPr>
          <p:spPr>
            <a:xfrm>
              <a:off x="987647" y="439951"/>
              <a:ext cx="534840" cy="694223"/>
            </a:xfrm>
            <a:custGeom>
              <a:avLst/>
              <a:gdLst/>
              <a:ahLst/>
              <a:cxnLst/>
              <a:rect l="l" t="t" r="r" b="b"/>
              <a:pathLst>
                <a:path w="534840" h="694223">
                  <a:moveTo>
                    <a:pt x="0" y="0"/>
                  </a:moveTo>
                  <a:lnTo>
                    <a:pt x="534840" y="0"/>
                  </a:lnTo>
                  <a:lnTo>
                    <a:pt x="534840" y="694222"/>
                  </a:lnTo>
                  <a:lnTo>
                    <a:pt x="0" y="694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sz="800"/>
            </a:p>
          </p:txBody>
        </p:sp>
        <p:sp>
          <p:nvSpPr>
            <p:cNvPr id="14" name="Freeform 23">
              <a:extLst>
                <a:ext uri="{FF2B5EF4-FFF2-40B4-BE49-F238E27FC236}">
                  <a16:creationId xmlns:a16="http://schemas.microsoft.com/office/drawing/2014/main" id="{7E208D64-68C7-0A0A-2F10-B0E89C0E709C}"/>
                </a:ext>
              </a:extLst>
            </p:cNvPr>
            <p:cNvSpPr/>
            <p:nvPr/>
          </p:nvSpPr>
          <p:spPr>
            <a:xfrm>
              <a:off x="347688" y="1067047"/>
              <a:ext cx="534840" cy="694223"/>
            </a:xfrm>
            <a:custGeom>
              <a:avLst/>
              <a:gdLst/>
              <a:ahLst/>
              <a:cxnLst/>
              <a:rect l="l" t="t" r="r" b="b"/>
              <a:pathLst>
                <a:path w="534840" h="694223">
                  <a:moveTo>
                    <a:pt x="0" y="0"/>
                  </a:moveTo>
                  <a:lnTo>
                    <a:pt x="534841" y="0"/>
                  </a:lnTo>
                  <a:lnTo>
                    <a:pt x="534841" y="694222"/>
                  </a:lnTo>
                  <a:lnTo>
                    <a:pt x="0" y="694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sz="800"/>
            </a:p>
          </p:txBody>
        </p:sp>
      </p:grpSp>
      <p:sp>
        <p:nvSpPr>
          <p:cNvPr id="17" name="AutoShape 24">
            <a:extLst>
              <a:ext uri="{FF2B5EF4-FFF2-40B4-BE49-F238E27FC236}">
                <a16:creationId xmlns:a16="http://schemas.microsoft.com/office/drawing/2014/main" id="{883EE2BA-4BF0-409E-5D64-9711AF00C1E6}"/>
              </a:ext>
            </a:extLst>
          </p:cNvPr>
          <p:cNvSpPr/>
          <p:nvPr/>
        </p:nvSpPr>
        <p:spPr>
          <a:xfrm flipV="1">
            <a:off x="604955" y="2413774"/>
            <a:ext cx="0" cy="3309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fr-FR" sz="800"/>
          </a:p>
        </p:txBody>
      </p:sp>
      <p:grpSp>
        <p:nvGrpSpPr>
          <p:cNvPr id="18" name="Group 25">
            <a:extLst>
              <a:ext uri="{FF2B5EF4-FFF2-40B4-BE49-F238E27FC236}">
                <a16:creationId xmlns:a16="http://schemas.microsoft.com/office/drawing/2014/main" id="{C1BDFE45-ACED-3F91-2E07-8ECA5FBE061D}"/>
              </a:ext>
            </a:extLst>
          </p:cNvPr>
          <p:cNvGrpSpPr/>
          <p:nvPr/>
        </p:nvGrpSpPr>
        <p:grpSpPr>
          <a:xfrm>
            <a:off x="163690" y="4025404"/>
            <a:ext cx="882529" cy="950501"/>
            <a:chOff x="0" y="0"/>
            <a:chExt cx="348653" cy="375506"/>
          </a:xfrm>
        </p:grpSpPr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EFEF3E64-B1DF-41CE-550A-2B87AFE22A27}"/>
                </a:ext>
              </a:extLst>
            </p:cNvPr>
            <p:cNvSpPr/>
            <p:nvPr/>
          </p:nvSpPr>
          <p:spPr>
            <a:xfrm>
              <a:off x="0" y="0"/>
              <a:ext cx="348653" cy="375506"/>
            </a:xfrm>
            <a:custGeom>
              <a:avLst/>
              <a:gdLst/>
              <a:ahLst/>
              <a:cxnLst/>
              <a:rect l="l" t="t" r="r" b="b"/>
              <a:pathLst>
                <a:path w="348653" h="375506">
                  <a:moveTo>
                    <a:pt x="0" y="0"/>
                  </a:moveTo>
                  <a:lnTo>
                    <a:pt x="348653" y="0"/>
                  </a:lnTo>
                  <a:lnTo>
                    <a:pt x="348653" y="375506"/>
                  </a:lnTo>
                  <a:lnTo>
                    <a:pt x="0" y="3755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 sz="800"/>
            </a:p>
          </p:txBody>
        </p:sp>
        <p:sp>
          <p:nvSpPr>
            <p:cNvPr id="20" name="TextBox 27">
              <a:extLst>
                <a:ext uri="{FF2B5EF4-FFF2-40B4-BE49-F238E27FC236}">
                  <a16:creationId xmlns:a16="http://schemas.microsoft.com/office/drawing/2014/main" id="{DDF6FC1C-FD32-C980-9ECD-9363C3F4B3C6}"/>
                </a:ext>
              </a:extLst>
            </p:cNvPr>
            <p:cNvSpPr txBox="1"/>
            <p:nvPr/>
          </p:nvSpPr>
          <p:spPr>
            <a:xfrm>
              <a:off x="0" y="-38100"/>
              <a:ext cx="348653" cy="41360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sp>
        <p:nvSpPr>
          <p:cNvPr id="21" name="AutoShape 28">
            <a:extLst>
              <a:ext uri="{FF2B5EF4-FFF2-40B4-BE49-F238E27FC236}">
                <a16:creationId xmlns:a16="http://schemas.microsoft.com/office/drawing/2014/main" id="{0F95DB6C-E315-AEC7-27D0-1D5AF42419B1}"/>
              </a:ext>
            </a:extLst>
          </p:cNvPr>
          <p:cNvSpPr/>
          <p:nvPr/>
        </p:nvSpPr>
        <p:spPr>
          <a:xfrm flipV="1">
            <a:off x="592255" y="3695204"/>
            <a:ext cx="0" cy="3309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fr-FR" sz="800"/>
          </a:p>
        </p:txBody>
      </p:sp>
      <p:sp>
        <p:nvSpPr>
          <p:cNvPr id="23" name="Freeform 39">
            <a:extLst>
              <a:ext uri="{FF2B5EF4-FFF2-40B4-BE49-F238E27FC236}">
                <a16:creationId xmlns:a16="http://schemas.microsoft.com/office/drawing/2014/main" id="{7F0E3679-D9C1-2D09-42B1-F13E1734FCCD}"/>
              </a:ext>
            </a:extLst>
          </p:cNvPr>
          <p:cNvSpPr/>
          <p:nvPr/>
        </p:nvSpPr>
        <p:spPr>
          <a:xfrm>
            <a:off x="246820" y="4141791"/>
            <a:ext cx="716269" cy="752813"/>
          </a:xfrm>
          <a:custGeom>
            <a:avLst/>
            <a:gdLst/>
            <a:ahLst/>
            <a:cxnLst/>
            <a:rect l="l" t="t" r="r" b="b"/>
            <a:pathLst>
              <a:path w="1074404" h="1129220">
                <a:moveTo>
                  <a:pt x="0" y="0"/>
                </a:moveTo>
                <a:lnTo>
                  <a:pt x="1074403" y="0"/>
                </a:lnTo>
                <a:lnTo>
                  <a:pt x="1074403" y="1129220"/>
                </a:lnTo>
                <a:lnTo>
                  <a:pt x="0" y="1129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 sz="8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0CECAB-9DA4-507E-1BA4-AC78EB2B1104}"/>
              </a:ext>
            </a:extLst>
          </p:cNvPr>
          <p:cNvGrpSpPr/>
          <p:nvPr/>
        </p:nvGrpSpPr>
        <p:grpSpPr>
          <a:xfrm>
            <a:off x="8379556" y="3728248"/>
            <a:ext cx="2268008" cy="2639137"/>
            <a:chOff x="13335918" y="5661206"/>
            <a:chExt cx="3402012" cy="3958705"/>
          </a:xfrm>
        </p:grpSpPr>
        <p:grpSp>
          <p:nvGrpSpPr>
            <p:cNvPr id="25" name="Group 4">
              <a:extLst>
                <a:ext uri="{FF2B5EF4-FFF2-40B4-BE49-F238E27FC236}">
                  <a16:creationId xmlns:a16="http://schemas.microsoft.com/office/drawing/2014/main" id="{1BB95267-F7C5-4640-C615-1D2A7F00FBB8}"/>
                </a:ext>
              </a:extLst>
            </p:cNvPr>
            <p:cNvGrpSpPr/>
            <p:nvPr/>
          </p:nvGrpSpPr>
          <p:grpSpPr>
            <a:xfrm>
              <a:off x="13335918" y="5661206"/>
              <a:ext cx="3402012" cy="3958705"/>
              <a:chOff x="-9600" y="5762"/>
              <a:chExt cx="698500" cy="812800"/>
            </a:xfrm>
          </p:grpSpPr>
          <p:sp>
            <p:nvSpPr>
              <p:cNvPr id="29" name="Freeform 5">
                <a:extLst>
                  <a:ext uri="{FF2B5EF4-FFF2-40B4-BE49-F238E27FC236}">
                    <a16:creationId xmlns:a16="http://schemas.microsoft.com/office/drawing/2014/main" id="{334D3F94-4B7C-9DAF-0CD5-89ACC4C97573}"/>
                  </a:ext>
                </a:extLst>
              </p:cNvPr>
              <p:cNvSpPr/>
              <p:nvPr/>
            </p:nvSpPr>
            <p:spPr>
              <a:xfrm>
                <a:off x="-9600" y="5762"/>
                <a:ext cx="6985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8128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19115F"/>
              </a:solidFill>
              <a:ln w="47625" cap="sq">
                <a:gradFill>
                  <a:gsLst>
                    <a:gs pos="0">
                      <a:srgbClr val="180F0F">
                        <a:alpha val="0"/>
                      </a:srgbClr>
                    </a:gs>
                    <a:gs pos="100000">
                      <a:srgbClr val="43401E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CH" sz="800"/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C0D3FC9-CE06-DBF9-72CC-FD722D2EC917}"/>
                </a:ext>
              </a:extLst>
            </p:cNvPr>
            <p:cNvCxnSpPr/>
            <p:nvPr/>
          </p:nvCxnSpPr>
          <p:spPr>
            <a:xfrm>
              <a:off x="15036924" y="6091151"/>
              <a:ext cx="0" cy="1549407"/>
            </a:xfrm>
            <a:prstGeom prst="straightConnector1">
              <a:avLst/>
            </a:prstGeom>
            <a:ln w="28575">
              <a:solidFill>
                <a:srgbClr val="5DB57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0E7D434-7667-7DE3-0A71-CA0E1547E8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36924" y="7640558"/>
              <a:ext cx="1431623" cy="832760"/>
            </a:xfrm>
            <a:prstGeom prst="straightConnector1">
              <a:avLst/>
            </a:prstGeom>
            <a:ln w="28575">
              <a:solidFill>
                <a:srgbClr val="5DB57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0935FE4-360E-D179-42B1-B47BCB94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0245" y="7633367"/>
              <a:ext cx="1516678" cy="839951"/>
            </a:xfrm>
            <a:prstGeom prst="straightConnector1">
              <a:avLst/>
            </a:prstGeom>
            <a:ln w="28575">
              <a:solidFill>
                <a:srgbClr val="5DB57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35F1FE3-1A5B-72C6-21BB-6A303C34A1AF}"/>
              </a:ext>
            </a:extLst>
          </p:cNvPr>
          <p:cNvGrpSpPr/>
          <p:nvPr/>
        </p:nvGrpSpPr>
        <p:grpSpPr>
          <a:xfrm>
            <a:off x="8551423" y="4118553"/>
            <a:ext cx="1927415" cy="1953196"/>
            <a:chOff x="8551423" y="4118553"/>
            <a:chExt cx="1927415" cy="1953196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057DE5E-399E-D07C-EDE0-06B54D776CCE}"/>
                </a:ext>
              </a:extLst>
            </p:cNvPr>
            <p:cNvCxnSpPr/>
            <p:nvPr/>
          </p:nvCxnSpPr>
          <p:spPr>
            <a:xfrm>
              <a:off x="9315766" y="4119694"/>
              <a:ext cx="0" cy="1032938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4A6EC6B-BBC6-2D03-1544-9A879A78B2D9}"/>
                </a:ext>
              </a:extLst>
            </p:cNvPr>
            <p:cNvCxnSpPr/>
            <p:nvPr/>
          </p:nvCxnSpPr>
          <p:spPr>
            <a:xfrm>
              <a:off x="9102055" y="4232631"/>
              <a:ext cx="0" cy="1032938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64B7DF9-AB8F-8768-389D-188306278672}"/>
                </a:ext>
              </a:extLst>
            </p:cNvPr>
            <p:cNvCxnSpPr/>
            <p:nvPr/>
          </p:nvCxnSpPr>
          <p:spPr>
            <a:xfrm>
              <a:off x="8902359" y="4345128"/>
              <a:ext cx="0" cy="1032938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4457CB8-9BF6-C3FC-4003-E023B1970226}"/>
                </a:ext>
              </a:extLst>
            </p:cNvPr>
            <p:cNvCxnSpPr/>
            <p:nvPr/>
          </p:nvCxnSpPr>
          <p:spPr>
            <a:xfrm>
              <a:off x="8695655" y="4467120"/>
              <a:ext cx="0" cy="1032938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1CE0391-0999-756F-F093-4D4BFCF9F578}"/>
                </a:ext>
              </a:extLst>
            </p:cNvPr>
            <p:cNvCxnSpPr/>
            <p:nvPr/>
          </p:nvCxnSpPr>
          <p:spPr>
            <a:xfrm>
              <a:off x="10328319" y="4467120"/>
              <a:ext cx="0" cy="1032938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EBD800F-2894-9E84-37FF-3BF38DCC36ED}"/>
                </a:ext>
              </a:extLst>
            </p:cNvPr>
            <p:cNvCxnSpPr/>
            <p:nvPr/>
          </p:nvCxnSpPr>
          <p:spPr>
            <a:xfrm>
              <a:off x="10134595" y="4353470"/>
              <a:ext cx="0" cy="1032938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651DF28-C140-7532-F2AB-5B17029C9D04}"/>
                </a:ext>
              </a:extLst>
            </p:cNvPr>
            <p:cNvCxnSpPr/>
            <p:nvPr/>
          </p:nvCxnSpPr>
          <p:spPr>
            <a:xfrm>
              <a:off x="9944893" y="4247587"/>
              <a:ext cx="0" cy="1032938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65073E8-581A-772C-82E0-8B0BB7249758}"/>
                </a:ext>
              </a:extLst>
            </p:cNvPr>
            <p:cNvCxnSpPr/>
            <p:nvPr/>
          </p:nvCxnSpPr>
          <p:spPr>
            <a:xfrm>
              <a:off x="9743186" y="4128208"/>
              <a:ext cx="0" cy="1032938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64C3EC8-8329-C531-B111-7C68BAB143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15767" y="5152631"/>
              <a:ext cx="939951" cy="573371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F9F8DA8-EACC-2F91-55CB-7B1764ED52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2843" y="5275709"/>
              <a:ext cx="939951" cy="573371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C94D6FD-E978-8C3E-CA4B-D2C1652301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96903" y="5376938"/>
              <a:ext cx="939951" cy="573371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97878A7-01F5-0065-24C6-8C1EA0BC08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3965" y="5498378"/>
              <a:ext cx="939951" cy="573371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A613885-F246-7A96-341D-E6B8AB173F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60634" y="5162019"/>
              <a:ext cx="967587" cy="558489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080A767-9D3A-F44B-54E7-FFBB085786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5613" y="5282586"/>
              <a:ext cx="967587" cy="558489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1C14438-86C5-858E-D035-3D79BE8289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7009" y="5380883"/>
              <a:ext cx="967587" cy="558489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6FBD5C9-CA58-D39E-809E-68C9A772C7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2799" y="5502362"/>
              <a:ext cx="967587" cy="558489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8D4F6D0-6FD5-CF4E-B836-A545F9FD04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51423" y="4818666"/>
              <a:ext cx="967587" cy="558489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ED5F61B-9D7D-E9DA-4F55-E75105B5DE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51423" y="4577125"/>
              <a:ext cx="967587" cy="558489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D171FFF-2DD3-344F-1B69-8586696F25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71299" y="4337473"/>
              <a:ext cx="967587" cy="558489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DB3BDDD-3481-678A-B210-0D1FC0482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63735" y="4118553"/>
              <a:ext cx="967587" cy="558489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9DB66AD-CA4F-CC2A-FDE2-8C93B4707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1934" y="4819757"/>
              <a:ext cx="939951" cy="573371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2B45A89-858D-858D-342A-F105D83DA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3779" y="4576735"/>
              <a:ext cx="939951" cy="573371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A48AA65-434D-F060-CD01-32514D8974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1243" y="4347269"/>
              <a:ext cx="939951" cy="573371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DD94DA3-6490-08C2-32F2-87DB9395B2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38887" y="4128526"/>
              <a:ext cx="939951" cy="573371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8AB7997-23DC-7FF5-3413-9F394A132958}"/>
              </a:ext>
            </a:extLst>
          </p:cNvPr>
          <p:cNvSpPr/>
          <p:nvPr/>
        </p:nvSpPr>
        <p:spPr>
          <a:xfrm>
            <a:off x="9763021" y="4773675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69DE420-B1F0-5532-1BCB-01C3818FB1D7}"/>
              </a:ext>
            </a:extLst>
          </p:cNvPr>
          <p:cNvSpPr/>
          <p:nvPr/>
        </p:nvSpPr>
        <p:spPr>
          <a:xfrm>
            <a:off x="9060434" y="4563135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E50CA54-61BF-9E68-AB58-E8B24D1147FA}"/>
              </a:ext>
            </a:extLst>
          </p:cNvPr>
          <p:cNvSpPr/>
          <p:nvPr/>
        </p:nvSpPr>
        <p:spPr>
          <a:xfrm>
            <a:off x="8953254" y="4993195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9B7967C-BC86-B302-2361-B67628688AE5}"/>
              </a:ext>
            </a:extLst>
          </p:cNvPr>
          <p:cNvSpPr/>
          <p:nvPr/>
        </p:nvSpPr>
        <p:spPr>
          <a:xfrm>
            <a:off x="9513560" y="5343251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533CF14-85DB-9C55-FC66-492A0966BF51}"/>
              </a:ext>
            </a:extLst>
          </p:cNvPr>
          <p:cNvSpPr/>
          <p:nvPr/>
        </p:nvSpPr>
        <p:spPr>
          <a:xfrm>
            <a:off x="8933253" y="5508225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82B90FF-4D19-3CB8-B9E6-94396B607CD3}"/>
              </a:ext>
            </a:extLst>
          </p:cNvPr>
          <p:cNvSpPr/>
          <p:nvPr/>
        </p:nvSpPr>
        <p:spPr>
          <a:xfrm>
            <a:off x="9347063" y="5641734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56F8C35-DD1E-5E3C-4821-8BB3D7E4A0FC}"/>
              </a:ext>
            </a:extLst>
          </p:cNvPr>
          <p:cNvSpPr/>
          <p:nvPr/>
        </p:nvSpPr>
        <p:spPr>
          <a:xfrm>
            <a:off x="9913817" y="5543785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0C42768-C0A3-0165-ABEA-68775B68D831}"/>
              </a:ext>
            </a:extLst>
          </p:cNvPr>
          <p:cNvSpPr/>
          <p:nvPr/>
        </p:nvSpPr>
        <p:spPr>
          <a:xfrm>
            <a:off x="10288862" y="4594844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F1256D1-2104-57AA-060B-C70DC28F743A}"/>
              </a:ext>
            </a:extLst>
          </p:cNvPr>
          <p:cNvSpPr/>
          <p:nvPr/>
        </p:nvSpPr>
        <p:spPr>
          <a:xfrm>
            <a:off x="9875455" y="4945144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88EE623-E70B-6850-9F7F-D17AE1A18FB6}"/>
              </a:ext>
            </a:extLst>
          </p:cNvPr>
          <p:cNvSpPr/>
          <p:nvPr/>
        </p:nvSpPr>
        <p:spPr>
          <a:xfrm>
            <a:off x="9728588" y="4253515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17390EE-583E-7757-F1C3-D56C1215F658}"/>
              </a:ext>
            </a:extLst>
          </p:cNvPr>
          <p:cNvSpPr/>
          <p:nvPr/>
        </p:nvSpPr>
        <p:spPr>
          <a:xfrm>
            <a:off x="9005725" y="4299141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F919230-08F6-E846-E904-E02BED549785}"/>
              </a:ext>
            </a:extLst>
          </p:cNvPr>
          <p:cNvSpPr/>
          <p:nvPr/>
        </p:nvSpPr>
        <p:spPr>
          <a:xfrm>
            <a:off x="8602388" y="4657365"/>
            <a:ext cx="136747" cy="144283"/>
          </a:xfrm>
          <a:prstGeom prst="ellipse">
            <a:avLst/>
          </a:prstGeom>
          <a:solidFill>
            <a:srgbClr val="5DB57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grpSp>
        <p:nvGrpSpPr>
          <p:cNvPr id="66" name="Group 29">
            <a:extLst>
              <a:ext uri="{FF2B5EF4-FFF2-40B4-BE49-F238E27FC236}">
                <a16:creationId xmlns:a16="http://schemas.microsoft.com/office/drawing/2014/main" id="{157EFC45-E532-1A79-A64A-E737D7A7A37C}"/>
              </a:ext>
            </a:extLst>
          </p:cNvPr>
          <p:cNvGrpSpPr/>
          <p:nvPr/>
        </p:nvGrpSpPr>
        <p:grpSpPr>
          <a:xfrm>
            <a:off x="150990" y="5283434"/>
            <a:ext cx="882529" cy="950501"/>
            <a:chOff x="0" y="0"/>
            <a:chExt cx="1765057" cy="1901001"/>
          </a:xfrm>
        </p:grpSpPr>
        <p:grpSp>
          <p:nvGrpSpPr>
            <p:cNvPr id="67" name="Group 30">
              <a:extLst>
                <a:ext uri="{FF2B5EF4-FFF2-40B4-BE49-F238E27FC236}">
                  <a16:creationId xmlns:a16="http://schemas.microsoft.com/office/drawing/2014/main" id="{34730190-B736-56CE-2F6B-F6A56C012856}"/>
                </a:ext>
              </a:extLst>
            </p:cNvPr>
            <p:cNvGrpSpPr/>
            <p:nvPr/>
          </p:nvGrpSpPr>
          <p:grpSpPr>
            <a:xfrm>
              <a:off x="0" y="0"/>
              <a:ext cx="1765057" cy="1901001"/>
              <a:chOff x="0" y="0"/>
              <a:chExt cx="348653" cy="375506"/>
            </a:xfrm>
          </p:grpSpPr>
          <p:sp>
            <p:nvSpPr>
              <p:cNvPr id="69" name="Freeform 31">
                <a:extLst>
                  <a:ext uri="{FF2B5EF4-FFF2-40B4-BE49-F238E27FC236}">
                    <a16:creationId xmlns:a16="http://schemas.microsoft.com/office/drawing/2014/main" id="{00CEEB57-64D9-A4BE-D594-E8EA1E3C2B16}"/>
                  </a:ext>
                </a:extLst>
              </p:cNvPr>
              <p:cNvSpPr/>
              <p:nvPr/>
            </p:nvSpPr>
            <p:spPr>
              <a:xfrm>
                <a:off x="0" y="0"/>
                <a:ext cx="348653" cy="375506"/>
              </a:xfrm>
              <a:custGeom>
                <a:avLst/>
                <a:gdLst/>
                <a:ahLst/>
                <a:cxnLst/>
                <a:rect l="l" t="t" r="r" b="b"/>
                <a:pathLst>
                  <a:path w="348653" h="375506">
                    <a:moveTo>
                      <a:pt x="0" y="0"/>
                    </a:moveTo>
                    <a:lnTo>
                      <a:pt x="348653" y="0"/>
                    </a:lnTo>
                    <a:lnTo>
                      <a:pt x="348653" y="375506"/>
                    </a:lnTo>
                    <a:lnTo>
                      <a:pt x="0" y="37550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 sz="800"/>
              </a:p>
            </p:txBody>
          </p:sp>
          <p:sp>
            <p:nvSpPr>
              <p:cNvPr id="70" name="TextBox 32">
                <a:extLst>
                  <a:ext uri="{FF2B5EF4-FFF2-40B4-BE49-F238E27FC236}">
                    <a16:creationId xmlns:a16="http://schemas.microsoft.com/office/drawing/2014/main" id="{37163099-68C7-63F8-6705-6E0DBFDA638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48653" cy="41360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3"/>
                  </a:lnSpc>
                </a:pPr>
                <a:endParaRPr sz="800"/>
              </a:p>
            </p:txBody>
          </p:sp>
        </p:grp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0BAD5083-835D-8893-3528-ED6A46A0F6E9}"/>
                </a:ext>
              </a:extLst>
            </p:cNvPr>
            <p:cNvSpPr/>
            <p:nvPr/>
          </p:nvSpPr>
          <p:spPr>
            <a:xfrm>
              <a:off x="351607" y="330441"/>
              <a:ext cx="1240118" cy="1240118"/>
            </a:xfrm>
            <a:custGeom>
              <a:avLst/>
              <a:gdLst/>
              <a:ahLst/>
              <a:cxnLst/>
              <a:rect l="l" t="t" r="r" b="b"/>
              <a:pathLst>
                <a:path w="1240118" h="1240118">
                  <a:moveTo>
                    <a:pt x="0" y="0"/>
                  </a:moveTo>
                  <a:lnTo>
                    <a:pt x="1240118" y="0"/>
                  </a:lnTo>
                  <a:lnTo>
                    <a:pt x="1240118" y="1240118"/>
                  </a:lnTo>
                  <a:lnTo>
                    <a:pt x="0" y="1240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 sz="800"/>
            </a:p>
          </p:txBody>
        </p:sp>
      </p:grpSp>
      <p:sp>
        <p:nvSpPr>
          <p:cNvPr id="71" name="AutoShape 34">
            <a:extLst>
              <a:ext uri="{FF2B5EF4-FFF2-40B4-BE49-F238E27FC236}">
                <a16:creationId xmlns:a16="http://schemas.microsoft.com/office/drawing/2014/main" id="{03121B48-B0D5-E427-B69B-6FFB3081AC1E}"/>
              </a:ext>
            </a:extLst>
          </p:cNvPr>
          <p:cNvSpPr/>
          <p:nvPr/>
        </p:nvSpPr>
        <p:spPr>
          <a:xfrm flipV="1">
            <a:off x="617655" y="4952504"/>
            <a:ext cx="0" cy="3309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fr-FR" sz="80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571984A-0184-5FA0-581E-0F3ACF27C5BF}"/>
              </a:ext>
            </a:extLst>
          </p:cNvPr>
          <p:cNvGrpSpPr/>
          <p:nvPr/>
        </p:nvGrpSpPr>
        <p:grpSpPr>
          <a:xfrm>
            <a:off x="1188467" y="2761592"/>
            <a:ext cx="5341627" cy="950501"/>
            <a:chOff x="1781509" y="3863423"/>
            <a:chExt cx="8012441" cy="1425751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55E2DC0-CBD2-3EA2-16E3-63F71B317179}"/>
                </a:ext>
              </a:extLst>
            </p:cNvPr>
            <p:cNvSpPr/>
            <p:nvPr/>
          </p:nvSpPr>
          <p:spPr>
            <a:xfrm>
              <a:off x="4786006" y="3863423"/>
              <a:ext cx="5007944" cy="1425751"/>
            </a:xfrm>
            <a:prstGeom prst="rect">
              <a:avLst/>
            </a:prstGeom>
            <a:solidFill>
              <a:srgbClr val="2463EC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B5E98FD-7A19-475C-0865-E8CCDB77FB14}"/>
                </a:ext>
              </a:extLst>
            </p:cNvPr>
            <p:cNvSpPr/>
            <p:nvPr/>
          </p:nvSpPr>
          <p:spPr>
            <a:xfrm>
              <a:off x="1781509" y="3863423"/>
              <a:ext cx="2701956" cy="1425751"/>
            </a:xfrm>
            <a:prstGeom prst="rect">
              <a:avLst/>
            </a:prstGeom>
            <a:solidFill>
              <a:srgbClr val="2463EC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AA65612-7101-BD9B-3ABD-681A7FCEB8D7}"/>
                </a:ext>
              </a:extLst>
            </p:cNvPr>
            <p:cNvSpPr txBox="1"/>
            <p:nvPr/>
          </p:nvSpPr>
          <p:spPr>
            <a:xfrm>
              <a:off x="4906759" y="4284006"/>
              <a:ext cx="3294218" cy="584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13"/>
                </a:lnSpc>
              </a:pPr>
              <a:r>
                <a:rPr lang="en-US" sz="1333">
                  <a:ea typeface="Raleway Bold"/>
                  <a:cs typeface="Raleway Bold"/>
                  <a:sym typeface="Raleway Bold"/>
                </a:rPr>
                <a:t>Divide the text in chunks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4C46B27-63F4-3BE6-7937-538C5F95B718}"/>
                </a:ext>
              </a:extLst>
            </p:cNvPr>
            <p:cNvSpPr txBox="1"/>
            <p:nvPr/>
          </p:nvSpPr>
          <p:spPr>
            <a:xfrm>
              <a:off x="2010072" y="4030331"/>
              <a:ext cx="2196684" cy="10919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13"/>
                </a:lnSpc>
              </a:pPr>
              <a:r>
                <a:rPr lang="en-US" sz="1467" b="1">
                  <a:solidFill>
                    <a:srgbClr val="010101"/>
                  </a:solidFill>
                  <a:ea typeface="Raleway Bold"/>
                  <a:cs typeface="Raleway Bold"/>
                  <a:sym typeface="Raleway Bold"/>
                </a:rPr>
                <a:t>Text Segmentation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A7C5ED9-7EC6-65CA-05C6-E6BBD2D115B5}"/>
              </a:ext>
            </a:extLst>
          </p:cNvPr>
          <p:cNvGrpSpPr/>
          <p:nvPr/>
        </p:nvGrpSpPr>
        <p:grpSpPr>
          <a:xfrm>
            <a:off x="1180978" y="4041343"/>
            <a:ext cx="5349117" cy="950501"/>
            <a:chOff x="1770275" y="5702365"/>
            <a:chExt cx="8023675" cy="1425751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81BDCA3-9344-98B8-BD1D-20641DE7643B}"/>
                </a:ext>
              </a:extLst>
            </p:cNvPr>
            <p:cNvSpPr/>
            <p:nvPr/>
          </p:nvSpPr>
          <p:spPr>
            <a:xfrm>
              <a:off x="4774772" y="5702365"/>
              <a:ext cx="5019178" cy="1425751"/>
            </a:xfrm>
            <a:prstGeom prst="rect">
              <a:avLst/>
            </a:prstGeom>
            <a:solidFill>
              <a:srgbClr val="2463EC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5950334-8490-84C5-83CB-EF2F55858864}"/>
                </a:ext>
              </a:extLst>
            </p:cNvPr>
            <p:cNvSpPr/>
            <p:nvPr/>
          </p:nvSpPr>
          <p:spPr>
            <a:xfrm>
              <a:off x="1770275" y="5702365"/>
              <a:ext cx="2701956" cy="1425751"/>
            </a:xfrm>
            <a:prstGeom prst="rect">
              <a:avLst/>
            </a:prstGeom>
            <a:solidFill>
              <a:srgbClr val="2463EC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EB690E5-9C68-DB36-31FC-2E7698D18CB4}"/>
                </a:ext>
              </a:extLst>
            </p:cNvPr>
            <p:cNvSpPr txBox="1"/>
            <p:nvPr/>
          </p:nvSpPr>
          <p:spPr>
            <a:xfrm>
              <a:off x="4858313" y="6122948"/>
              <a:ext cx="4629204" cy="584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13"/>
                </a:lnSpc>
              </a:pPr>
              <a:r>
                <a:rPr lang="en-US" sz="1333">
                  <a:ea typeface="Raleway Bold"/>
                  <a:cs typeface="Raleway Bold"/>
                  <a:sym typeface="Raleway Bold"/>
                </a:rPr>
                <a:t>Transform the chunks in vectors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B2D4204-E21A-8CD6-F896-F3D07E7332C7}"/>
                </a:ext>
              </a:extLst>
            </p:cNvPr>
            <p:cNvSpPr txBox="1"/>
            <p:nvPr/>
          </p:nvSpPr>
          <p:spPr>
            <a:xfrm>
              <a:off x="1982621" y="5869273"/>
              <a:ext cx="2196684" cy="10919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13"/>
                </a:lnSpc>
              </a:pPr>
              <a:r>
                <a:rPr lang="en-US" sz="1467" b="1">
                  <a:solidFill>
                    <a:srgbClr val="010101"/>
                  </a:solidFill>
                  <a:ea typeface="Raleway Bold"/>
                  <a:cs typeface="Raleway Bold"/>
                  <a:sym typeface="Raleway Bold"/>
                </a:rPr>
                <a:t>Embedding Model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28E0C7C-F310-0187-33BD-56F16C28EB25}"/>
              </a:ext>
            </a:extLst>
          </p:cNvPr>
          <p:cNvGrpSpPr/>
          <p:nvPr/>
        </p:nvGrpSpPr>
        <p:grpSpPr>
          <a:xfrm>
            <a:off x="1180978" y="5301004"/>
            <a:ext cx="5349117" cy="950501"/>
            <a:chOff x="1770275" y="7551514"/>
            <a:chExt cx="8023675" cy="142575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BDC660E-A44B-1090-0063-55BB96FF78F6}"/>
                </a:ext>
              </a:extLst>
            </p:cNvPr>
            <p:cNvSpPr/>
            <p:nvPr/>
          </p:nvSpPr>
          <p:spPr>
            <a:xfrm>
              <a:off x="4774772" y="7551514"/>
              <a:ext cx="5019178" cy="1425751"/>
            </a:xfrm>
            <a:prstGeom prst="rect">
              <a:avLst/>
            </a:prstGeom>
            <a:solidFill>
              <a:srgbClr val="2463EC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161A02E-ABCF-D4EA-92F2-CD2D00A55916}"/>
                </a:ext>
              </a:extLst>
            </p:cNvPr>
            <p:cNvSpPr/>
            <p:nvPr/>
          </p:nvSpPr>
          <p:spPr>
            <a:xfrm>
              <a:off x="1770275" y="7551514"/>
              <a:ext cx="2701956" cy="1425751"/>
            </a:xfrm>
            <a:prstGeom prst="rect">
              <a:avLst/>
            </a:prstGeom>
            <a:solidFill>
              <a:srgbClr val="2463EC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5D7873A-9981-C3D4-3AC6-57B14EA93404}"/>
                </a:ext>
              </a:extLst>
            </p:cNvPr>
            <p:cNvSpPr txBox="1"/>
            <p:nvPr/>
          </p:nvSpPr>
          <p:spPr>
            <a:xfrm>
              <a:off x="4886930" y="7972097"/>
              <a:ext cx="4629204" cy="584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13"/>
                </a:lnSpc>
              </a:pPr>
              <a:r>
                <a:rPr lang="en-US" sz="1333">
                  <a:ea typeface="Raleway Bold"/>
                  <a:cs typeface="Raleway Bold"/>
                  <a:sym typeface="Raleway Bold"/>
                </a:rPr>
                <a:t>Store the vectors in a database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2A8A8B8-8BF6-DCC5-95A1-EE16CC4C34D9}"/>
                </a:ext>
              </a:extLst>
            </p:cNvPr>
            <p:cNvSpPr txBox="1"/>
            <p:nvPr/>
          </p:nvSpPr>
          <p:spPr>
            <a:xfrm>
              <a:off x="2007110" y="7718422"/>
              <a:ext cx="2196684" cy="10919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13"/>
                </a:lnSpc>
              </a:pPr>
              <a:r>
                <a:rPr lang="en-US" sz="1467" b="1">
                  <a:solidFill>
                    <a:srgbClr val="010101"/>
                  </a:solidFill>
                  <a:ea typeface="Raleway Bold"/>
                  <a:cs typeface="Raleway Bold"/>
                  <a:sym typeface="Raleway Bold"/>
                </a:rPr>
                <a:t>Vector</a:t>
              </a:r>
            </a:p>
            <a:p>
              <a:pPr>
                <a:lnSpc>
                  <a:spcPts val="2613"/>
                </a:lnSpc>
              </a:pPr>
              <a:r>
                <a:rPr lang="en-US" sz="1467" b="1">
                  <a:solidFill>
                    <a:srgbClr val="010101"/>
                  </a:solidFill>
                  <a:ea typeface="Raleway Bold"/>
                  <a:cs typeface="Raleway Bold"/>
                  <a:sym typeface="Raleway Bold"/>
                </a:rPr>
                <a:t>Database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D738DE6-838E-C79D-44D6-F7C7294B38ED}"/>
              </a:ext>
            </a:extLst>
          </p:cNvPr>
          <p:cNvGrpSpPr/>
          <p:nvPr/>
        </p:nvGrpSpPr>
        <p:grpSpPr>
          <a:xfrm>
            <a:off x="1188467" y="1481387"/>
            <a:ext cx="5341627" cy="950501"/>
            <a:chOff x="1781509" y="1943116"/>
            <a:chExt cx="8012441" cy="1425751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7F21C2F-B018-6270-ED50-D5B0FCBA2143}"/>
                </a:ext>
              </a:extLst>
            </p:cNvPr>
            <p:cNvSpPr/>
            <p:nvPr/>
          </p:nvSpPr>
          <p:spPr>
            <a:xfrm>
              <a:off x="4786006" y="1943116"/>
              <a:ext cx="5007944" cy="1425751"/>
            </a:xfrm>
            <a:prstGeom prst="rect">
              <a:avLst/>
            </a:prstGeom>
            <a:solidFill>
              <a:srgbClr val="2463EC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096AF96-1083-BE8D-B1A0-2DB03283074B}"/>
                </a:ext>
              </a:extLst>
            </p:cNvPr>
            <p:cNvSpPr/>
            <p:nvPr/>
          </p:nvSpPr>
          <p:spPr>
            <a:xfrm>
              <a:off x="1781509" y="1943116"/>
              <a:ext cx="2701956" cy="1425751"/>
            </a:xfrm>
            <a:prstGeom prst="rect">
              <a:avLst/>
            </a:prstGeom>
            <a:solidFill>
              <a:srgbClr val="2463EC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487619C-3B8C-2EC8-1634-12282EDD40DE}"/>
                </a:ext>
              </a:extLst>
            </p:cNvPr>
            <p:cNvSpPr txBox="1"/>
            <p:nvPr/>
          </p:nvSpPr>
          <p:spPr>
            <a:xfrm>
              <a:off x="2003367" y="2118440"/>
              <a:ext cx="1690886" cy="1075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13"/>
                </a:lnSpc>
              </a:pPr>
              <a:r>
                <a:rPr lang="en-US" sz="1333" b="1">
                  <a:solidFill>
                    <a:srgbClr val="010101"/>
                  </a:solidFill>
                  <a:ea typeface="Raleway Bold"/>
                  <a:cs typeface="Raleway Bold"/>
                  <a:sym typeface="Raleway Bold"/>
                </a:rPr>
                <a:t>PDF Extractor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AF8A2D7-642F-FD1B-0ABF-D3B6CCC21B4F}"/>
                </a:ext>
              </a:extLst>
            </p:cNvPr>
            <p:cNvSpPr txBox="1"/>
            <p:nvPr/>
          </p:nvSpPr>
          <p:spPr>
            <a:xfrm>
              <a:off x="4906759" y="2363699"/>
              <a:ext cx="3294218" cy="584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13"/>
                </a:lnSpc>
              </a:pPr>
              <a:r>
                <a:rPr lang="en-US" sz="1333">
                  <a:ea typeface="Raleway Bold"/>
                  <a:cs typeface="Raleway Bold"/>
                  <a:sym typeface="Raleway Bold"/>
                </a:rPr>
                <a:t>Extract text from PDF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A68A2D4C-9BCF-4943-F563-A67DAF0CCE85}"/>
              </a:ext>
            </a:extLst>
          </p:cNvPr>
          <p:cNvSpPr txBox="1"/>
          <p:nvPr/>
        </p:nvSpPr>
        <p:spPr>
          <a:xfrm>
            <a:off x="11309822" y="3026676"/>
            <a:ext cx="1127257" cy="389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13"/>
              </a:lnSpc>
            </a:pPr>
            <a:r>
              <a:rPr lang="en-US" sz="1333" b="1" dirty="0">
                <a:solidFill>
                  <a:srgbClr val="5DB572"/>
                </a:solidFill>
                <a:ea typeface="Raleway Bold"/>
                <a:cs typeface="Raleway Bold"/>
                <a:sym typeface="Raleway Bold"/>
              </a:rPr>
              <a:t>Chunk 1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E66E693-CD8E-E649-CBE3-7E63CC150D44}"/>
              </a:ext>
            </a:extLst>
          </p:cNvPr>
          <p:cNvGrpSpPr/>
          <p:nvPr/>
        </p:nvGrpSpPr>
        <p:grpSpPr>
          <a:xfrm>
            <a:off x="93157" y="1435910"/>
            <a:ext cx="940362" cy="1090553"/>
            <a:chOff x="2844862" y="7215512"/>
            <a:chExt cx="1354136" cy="1570412"/>
          </a:xfrm>
        </p:grpSpPr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118B6A06-91F8-5418-578B-3628208F1487}"/>
                </a:ext>
              </a:extLst>
            </p:cNvPr>
            <p:cNvSpPr/>
            <p:nvPr/>
          </p:nvSpPr>
          <p:spPr>
            <a:xfrm>
              <a:off x="2927863" y="7237686"/>
              <a:ext cx="1271135" cy="1369036"/>
            </a:xfrm>
            <a:custGeom>
              <a:avLst/>
              <a:gdLst/>
              <a:ahLst/>
              <a:cxnLst/>
              <a:rect l="l" t="t" r="r" b="b"/>
              <a:pathLst>
                <a:path w="348653" h="375506">
                  <a:moveTo>
                    <a:pt x="0" y="0"/>
                  </a:moveTo>
                  <a:lnTo>
                    <a:pt x="348653" y="0"/>
                  </a:lnTo>
                  <a:lnTo>
                    <a:pt x="348653" y="375506"/>
                  </a:lnTo>
                  <a:lnTo>
                    <a:pt x="0" y="3755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 sz="800"/>
            </a:p>
          </p:txBody>
        </p:sp>
        <p:sp>
          <p:nvSpPr>
            <p:cNvPr id="95" name="TextBox 26">
              <a:extLst>
                <a:ext uri="{FF2B5EF4-FFF2-40B4-BE49-F238E27FC236}">
                  <a16:creationId xmlns:a16="http://schemas.microsoft.com/office/drawing/2014/main" id="{A6D445BA-688F-191E-E369-E8AF42251791}"/>
                </a:ext>
              </a:extLst>
            </p:cNvPr>
            <p:cNvSpPr txBox="1"/>
            <p:nvPr/>
          </p:nvSpPr>
          <p:spPr>
            <a:xfrm>
              <a:off x="2844862" y="7215512"/>
              <a:ext cx="1323793" cy="157041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  <p:pic>
          <p:nvPicPr>
            <p:cNvPr id="96" name="Graphic 95" descr="Folder Search outline">
              <a:extLst>
                <a:ext uri="{FF2B5EF4-FFF2-40B4-BE49-F238E27FC236}">
                  <a16:creationId xmlns:a16="http://schemas.microsoft.com/office/drawing/2014/main" id="{AC98B942-D313-5462-3D0A-561BF67023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23565" y="7377028"/>
              <a:ext cx="1145089" cy="1145089"/>
            </a:xfrm>
            <a:prstGeom prst="rect">
              <a:avLst/>
            </a:prstGeom>
          </p:spPr>
        </p:pic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99012A29-B168-EE97-48A1-F82699E22A42}"/>
              </a:ext>
            </a:extLst>
          </p:cNvPr>
          <p:cNvSpPr/>
          <p:nvPr/>
        </p:nvSpPr>
        <p:spPr>
          <a:xfrm>
            <a:off x="7093058" y="1380532"/>
            <a:ext cx="4958157" cy="1748747"/>
          </a:xfrm>
          <a:custGeom>
            <a:avLst/>
            <a:gdLst>
              <a:gd name="csX0" fmla="*/ 0 w 4958157"/>
              <a:gd name="csY0" fmla="*/ 0 h 1748747"/>
              <a:gd name="csX1" fmla="*/ 570188 w 4958157"/>
              <a:gd name="csY1" fmla="*/ 0 h 1748747"/>
              <a:gd name="csX2" fmla="*/ 1041213 w 4958157"/>
              <a:gd name="csY2" fmla="*/ 0 h 1748747"/>
              <a:gd name="csX3" fmla="*/ 1760146 w 4958157"/>
              <a:gd name="csY3" fmla="*/ 0 h 1748747"/>
              <a:gd name="csX4" fmla="*/ 2330334 w 4958157"/>
              <a:gd name="csY4" fmla="*/ 0 h 1748747"/>
              <a:gd name="csX5" fmla="*/ 2900522 w 4958157"/>
              <a:gd name="csY5" fmla="*/ 0 h 1748747"/>
              <a:gd name="csX6" fmla="*/ 3619455 w 4958157"/>
              <a:gd name="csY6" fmla="*/ 0 h 1748747"/>
              <a:gd name="csX7" fmla="*/ 4140061 w 4958157"/>
              <a:gd name="csY7" fmla="*/ 0 h 1748747"/>
              <a:gd name="csX8" fmla="*/ 4958157 w 4958157"/>
              <a:gd name="csY8" fmla="*/ 0 h 1748747"/>
              <a:gd name="csX9" fmla="*/ 4958157 w 4958157"/>
              <a:gd name="csY9" fmla="*/ 617891 h 1748747"/>
              <a:gd name="csX10" fmla="*/ 4958157 w 4958157"/>
              <a:gd name="csY10" fmla="*/ 1165831 h 1748747"/>
              <a:gd name="csX11" fmla="*/ 4958157 w 4958157"/>
              <a:gd name="csY11" fmla="*/ 1748747 h 1748747"/>
              <a:gd name="csX12" fmla="*/ 4288806 w 4958157"/>
              <a:gd name="csY12" fmla="*/ 1748747 h 1748747"/>
              <a:gd name="csX13" fmla="*/ 3569873 w 4958157"/>
              <a:gd name="csY13" fmla="*/ 1748747 h 1748747"/>
              <a:gd name="csX14" fmla="*/ 2850940 w 4958157"/>
              <a:gd name="csY14" fmla="*/ 1748747 h 1748747"/>
              <a:gd name="csX15" fmla="*/ 2330334 w 4958157"/>
              <a:gd name="csY15" fmla="*/ 1748747 h 1748747"/>
              <a:gd name="csX16" fmla="*/ 1710564 w 4958157"/>
              <a:gd name="csY16" fmla="*/ 1748747 h 1748747"/>
              <a:gd name="csX17" fmla="*/ 991631 w 4958157"/>
              <a:gd name="csY17" fmla="*/ 1748747 h 1748747"/>
              <a:gd name="csX18" fmla="*/ 0 w 4958157"/>
              <a:gd name="csY18" fmla="*/ 1748747 h 1748747"/>
              <a:gd name="csX19" fmla="*/ 0 w 4958157"/>
              <a:gd name="csY19" fmla="*/ 1218294 h 1748747"/>
              <a:gd name="csX20" fmla="*/ 0 w 4958157"/>
              <a:gd name="csY20" fmla="*/ 670353 h 1748747"/>
              <a:gd name="csX21" fmla="*/ 0 w 4958157"/>
              <a:gd name="csY21" fmla="*/ 0 h 17487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958157" h="1748747" extrusionOk="0">
                <a:moveTo>
                  <a:pt x="0" y="0"/>
                </a:moveTo>
                <a:cubicBezTo>
                  <a:pt x="170007" y="1081"/>
                  <a:pt x="428102" y="18703"/>
                  <a:pt x="570188" y="0"/>
                </a:cubicBezTo>
                <a:cubicBezTo>
                  <a:pt x="712274" y="-18703"/>
                  <a:pt x="890410" y="5658"/>
                  <a:pt x="1041213" y="0"/>
                </a:cubicBezTo>
                <a:cubicBezTo>
                  <a:pt x="1192016" y="-5658"/>
                  <a:pt x="1428732" y="-20938"/>
                  <a:pt x="1760146" y="0"/>
                </a:cubicBezTo>
                <a:cubicBezTo>
                  <a:pt x="2091560" y="20938"/>
                  <a:pt x="2214540" y="-1212"/>
                  <a:pt x="2330334" y="0"/>
                </a:cubicBezTo>
                <a:cubicBezTo>
                  <a:pt x="2446128" y="1212"/>
                  <a:pt x="2780270" y="11678"/>
                  <a:pt x="2900522" y="0"/>
                </a:cubicBezTo>
                <a:cubicBezTo>
                  <a:pt x="3020774" y="-11678"/>
                  <a:pt x="3398262" y="24068"/>
                  <a:pt x="3619455" y="0"/>
                </a:cubicBezTo>
                <a:cubicBezTo>
                  <a:pt x="3840648" y="-24068"/>
                  <a:pt x="3962129" y="16208"/>
                  <a:pt x="4140061" y="0"/>
                </a:cubicBezTo>
                <a:cubicBezTo>
                  <a:pt x="4317993" y="-16208"/>
                  <a:pt x="4701348" y="13958"/>
                  <a:pt x="4958157" y="0"/>
                </a:cubicBezTo>
                <a:cubicBezTo>
                  <a:pt x="4948807" y="295666"/>
                  <a:pt x="4980960" y="351212"/>
                  <a:pt x="4958157" y="617891"/>
                </a:cubicBezTo>
                <a:cubicBezTo>
                  <a:pt x="4935354" y="884570"/>
                  <a:pt x="4976913" y="962292"/>
                  <a:pt x="4958157" y="1165831"/>
                </a:cubicBezTo>
                <a:cubicBezTo>
                  <a:pt x="4939401" y="1369370"/>
                  <a:pt x="4938617" y="1501715"/>
                  <a:pt x="4958157" y="1748747"/>
                </a:cubicBezTo>
                <a:cubicBezTo>
                  <a:pt x="4819399" y="1766818"/>
                  <a:pt x="4527747" y="1756911"/>
                  <a:pt x="4288806" y="1748747"/>
                </a:cubicBezTo>
                <a:cubicBezTo>
                  <a:pt x="4049865" y="1740583"/>
                  <a:pt x="3846016" y="1784578"/>
                  <a:pt x="3569873" y="1748747"/>
                </a:cubicBezTo>
                <a:cubicBezTo>
                  <a:pt x="3293730" y="1712916"/>
                  <a:pt x="3129032" y="1748144"/>
                  <a:pt x="2850940" y="1748747"/>
                </a:cubicBezTo>
                <a:cubicBezTo>
                  <a:pt x="2572848" y="1749350"/>
                  <a:pt x="2482738" y="1724554"/>
                  <a:pt x="2330334" y="1748747"/>
                </a:cubicBezTo>
                <a:cubicBezTo>
                  <a:pt x="2177930" y="1772940"/>
                  <a:pt x="1901321" y="1731475"/>
                  <a:pt x="1710564" y="1748747"/>
                </a:cubicBezTo>
                <a:cubicBezTo>
                  <a:pt x="1519807" y="1766020"/>
                  <a:pt x="1201831" y="1784568"/>
                  <a:pt x="991631" y="1748747"/>
                </a:cubicBezTo>
                <a:cubicBezTo>
                  <a:pt x="781431" y="1712926"/>
                  <a:pt x="409248" y="1769326"/>
                  <a:pt x="0" y="1748747"/>
                </a:cubicBezTo>
                <a:cubicBezTo>
                  <a:pt x="-25490" y="1589216"/>
                  <a:pt x="18878" y="1450070"/>
                  <a:pt x="0" y="1218294"/>
                </a:cubicBezTo>
                <a:cubicBezTo>
                  <a:pt x="-18878" y="986518"/>
                  <a:pt x="2465" y="890277"/>
                  <a:pt x="0" y="670353"/>
                </a:cubicBezTo>
                <a:cubicBezTo>
                  <a:pt x="-2465" y="450429"/>
                  <a:pt x="-16690" y="177433"/>
                  <a:pt x="0" y="0"/>
                </a:cubicBezTo>
                <a:close/>
              </a:path>
            </a:pathLst>
          </a:custGeom>
          <a:noFill/>
          <a:ln>
            <a:solidFill>
              <a:srgbClr val="5DB5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8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70A9F0-ADCB-A61B-2F69-AA4F2D303CD0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49E0895D-EED7-4382-0BD7-30010AFC850D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6" name="Freeform 46">
              <a:extLst>
                <a:ext uri="{FF2B5EF4-FFF2-40B4-BE49-F238E27FC236}">
                  <a16:creationId xmlns:a16="http://schemas.microsoft.com/office/drawing/2014/main" id="{C614AC37-0A79-8537-F30C-A85556D564BE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7" name="Freeform 47">
              <a:extLst>
                <a:ext uri="{FF2B5EF4-FFF2-40B4-BE49-F238E27FC236}">
                  <a16:creationId xmlns:a16="http://schemas.microsoft.com/office/drawing/2014/main" id="{7DBCDB23-244C-8195-5267-83E16C238077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8" name="Freeform 48">
              <a:extLst>
                <a:ext uri="{FF2B5EF4-FFF2-40B4-BE49-F238E27FC236}">
                  <a16:creationId xmlns:a16="http://schemas.microsoft.com/office/drawing/2014/main" id="{6956E294-491F-46BC-E17D-C728C69A1BEF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E96E058-D533-9399-EE23-1671F86C2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sp>
        <p:nvSpPr>
          <p:cNvPr id="22" name="Shape 4">
            <a:extLst>
              <a:ext uri="{FF2B5EF4-FFF2-40B4-BE49-F238E27FC236}">
                <a16:creationId xmlns:a16="http://schemas.microsoft.com/office/drawing/2014/main" id="{9E3AD0A2-82E2-8006-3527-D6F886C883B0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  <p:pic>
        <p:nvPicPr>
          <p:cNvPr id="97" name="Graphic 96" descr="Brain with solid fill">
            <a:extLst>
              <a:ext uri="{FF2B5EF4-FFF2-40B4-BE49-F238E27FC236}">
                <a16:creationId xmlns:a16="http://schemas.microsoft.com/office/drawing/2014/main" id="{82499FB3-66FD-E17E-AE93-9804A12E93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101" name="Graphic 100" descr="Database with solid fill">
            <a:extLst>
              <a:ext uri="{FF2B5EF4-FFF2-40B4-BE49-F238E27FC236}">
                <a16:creationId xmlns:a16="http://schemas.microsoft.com/office/drawing/2014/main" id="{8CD6F7F2-AF93-72A9-A3EC-BFBD4ABA1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124" name="Shape 17">
            <a:extLst>
              <a:ext uri="{FF2B5EF4-FFF2-40B4-BE49-F238E27FC236}">
                <a16:creationId xmlns:a16="http://schemas.microsoft.com/office/drawing/2014/main" id="{280DFCD1-71BC-7C8F-F95A-6766A6CD1925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25" name="Shape 17">
            <a:extLst>
              <a:ext uri="{FF2B5EF4-FFF2-40B4-BE49-F238E27FC236}">
                <a16:creationId xmlns:a16="http://schemas.microsoft.com/office/drawing/2014/main" id="{083E0DE4-63C1-B921-0C44-D0D91D3678BA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26" name="Shape 17">
            <a:extLst>
              <a:ext uri="{FF2B5EF4-FFF2-40B4-BE49-F238E27FC236}">
                <a16:creationId xmlns:a16="http://schemas.microsoft.com/office/drawing/2014/main" id="{44373A1B-F055-5141-EFBD-BA1EB987DCBC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D7CA228-A033-B819-36AB-022948EA719B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42E7253-B8BD-2E03-4411-7DC629F6DB05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835E9C4-3E35-6029-0329-59176E0B801D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130" name="Graphic 129" descr="Shield Tick with solid fill">
            <a:extLst>
              <a:ext uri="{FF2B5EF4-FFF2-40B4-BE49-F238E27FC236}">
                <a16:creationId xmlns:a16="http://schemas.microsoft.com/office/drawing/2014/main" id="{03AC99C7-394A-E766-754A-48D891FFC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131" name="Shape 17">
            <a:extLst>
              <a:ext uri="{FF2B5EF4-FFF2-40B4-BE49-F238E27FC236}">
                <a16:creationId xmlns:a16="http://schemas.microsoft.com/office/drawing/2014/main" id="{D8F5A600-96B8-8829-272C-ECCD249B312B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86DE377-2EA5-ADBD-744D-BB59438CFD88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133" name="Graphic 132" descr="Circles with lines with solid fill">
            <a:extLst>
              <a:ext uri="{FF2B5EF4-FFF2-40B4-BE49-F238E27FC236}">
                <a16:creationId xmlns:a16="http://schemas.microsoft.com/office/drawing/2014/main" id="{0762D1D6-B5F5-6A38-D2E9-6E0B6082A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134" name="Graphic 133" descr="Head with gears with solid fill">
            <a:extLst>
              <a:ext uri="{FF2B5EF4-FFF2-40B4-BE49-F238E27FC236}">
                <a16:creationId xmlns:a16="http://schemas.microsoft.com/office/drawing/2014/main" id="{FA88F77C-2F68-5CC8-124A-63AE2D8E5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AD90001E-8E60-F358-833B-D28E859F4B3D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sp>
        <p:nvSpPr>
          <p:cNvPr id="136" name="Shape 0">
            <a:extLst>
              <a:ext uri="{FF2B5EF4-FFF2-40B4-BE49-F238E27FC236}">
                <a16:creationId xmlns:a16="http://schemas.microsoft.com/office/drawing/2014/main" id="{FDE9862A-B568-5950-BFEC-60976CFB3C02}"/>
              </a:ext>
            </a:extLst>
          </p:cNvPr>
          <p:cNvSpPr/>
          <p:nvPr/>
        </p:nvSpPr>
        <p:spPr>
          <a:xfrm>
            <a:off x="8143318" y="243550"/>
            <a:ext cx="727148" cy="772310"/>
          </a:xfrm>
          <a:prstGeom prst="roundRect">
            <a:avLst>
              <a:gd name="adj" fmla="val 12500"/>
            </a:avLst>
          </a:prstGeom>
          <a:solidFill>
            <a:srgbClr val="2463EC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4437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5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5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75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25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1" grpId="0" animBg="1"/>
      <p:bldP spid="92" grpId="0"/>
      <p:bldP spid="9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CADE-B410-A0B2-A1FB-F9980328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5">
            <a:extLst>
              <a:ext uri="{FF2B5EF4-FFF2-40B4-BE49-F238E27FC236}">
                <a16:creationId xmlns:a16="http://schemas.microsoft.com/office/drawing/2014/main" id="{D38D3FA1-A271-AECF-5679-03AB120C2AF2}"/>
              </a:ext>
            </a:extLst>
          </p:cNvPr>
          <p:cNvSpPr/>
          <p:nvPr/>
        </p:nvSpPr>
        <p:spPr>
          <a:xfrm>
            <a:off x="519748" y="1887306"/>
            <a:ext cx="5825703" cy="1678985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EDA32FE-1887-0F9B-9BA5-28350667D971}"/>
              </a:ext>
            </a:extLst>
          </p:cNvPr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687383"/>
                </a:solidFill>
              </a:rPr>
              <a:t>PART 01 | RAG</a:t>
            </a:r>
            <a:endParaRPr lang="en-US" sz="84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76F21-8DA7-2074-C521-6B8651C044CD}"/>
              </a:ext>
            </a:extLst>
          </p:cNvPr>
          <p:cNvSpPr/>
          <p:nvPr/>
        </p:nvSpPr>
        <p:spPr>
          <a:xfrm>
            <a:off x="604955" y="720256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sz="2400" b="1">
                <a:latin typeface="+mj-lt"/>
                <a:ea typeface="Aptos Display" pitchFamily="34" charset="-122"/>
                <a:cs typeface="Aptos Display" pitchFamily="34" charset="-120"/>
              </a:rPr>
              <a:t>RAG: </a:t>
            </a:r>
            <a:r>
              <a:rPr lang="en-GB" sz="2400" b="1">
                <a:latin typeface="+mj-lt"/>
                <a:cs typeface="Times New Roman" panose="02020603050405020304" pitchFamily="18" charset="0"/>
              </a:rPr>
              <a:t>Online Semantic Retrieval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D8EBEEBC-1485-6E42-DAD7-F40ADBF644B4}"/>
              </a:ext>
            </a:extLst>
          </p:cNvPr>
          <p:cNvSpPr txBox="1"/>
          <p:nvPr/>
        </p:nvSpPr>
        <p:spPr>
          <a:xfrm>
            <a:off x="778880" y="2048595"/>
            <a:ext cx="5696265" cy="167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599" b="1">
                <a:solidFill>
                  <a:srgbClr val="010101"/>
                </a:solidFill>
                <a:ea typeface="Raleway Bold"/>
                <a:cs typeface="Raleway Bold"/>
                <a:sym typeface="Raleway Bold"/>
              </a:rPr>
              <a:t>Query : </a:t>
            </a:r>
            <a:r>
              <a:rPr lang="en-US" sz="1599">
                <a:solidFill>
                  <a:srgbClr val="010101"/>
                </a:solidFill>
                <a:ea typeface="Raleway"/>
                <a:cs typeface="Raleway"/>
                <a:sym typeface="Raleway Bold"/>
              </a:rPr>
              <a:t>also transform into a vector.</a:t>
            </a:r>
          </a:p>
          <a:p>
            <a:pPr algn="just">
              <a:lnSpc>
                <a:spcPts val="2239"/>
              </a:lnSpc>
            </a:pPr>
            <a:r>
              <a:rPr lang="en-US" sz="1599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We search the K=3 chunks ”similar” to the query.</a:t>
            </a:r>
          </a:p>
          <a:p>
            <a:pPr algn="just">
              <a:lnSpc>
                <a:spcPts val="2239"/>
              </a:lnSpc>
            </a:pPr>
            <a:endParaRPr lang="en-US" sz="1599">
              <a:solidFill>
                <a:srgbClr val="010101"/>
              </a:solidFill>
              <a:ea typeface="Raleway"/>
              <a:cs typeface="Raleway"/>
              <a:sym typeface="Raleway"/>
            </a:endParaRPr>
          </a:p>
          <a:p>
            <a:pPr marL="345456" lvl="1" indent="-172728" algn="just">
              <a:lnSpc>
                <a:spcPts val="2239"/>
              </a:lnSpc>
              <a:buFont typeface="Arial"/>
              <a:buChar char="•"/>
            </a:pPr>
            <a:r>
              <a:rPr lang="en-US" sz="1599" b="1">
                <a:solidFill>
                  <a:srgbClr val="010101"/>
                </a:solidFill>
                <a:ea typeface="Raleway Bold"/>
                <a:cs typeface="Raleway Bold"/>
                <a:sym typeface="Raleway Bold"/>
              </a:rPr>
              <a:t>Metric:</a:t>
            </a:r>
            <a:r>
              <a:rPr lang="en-US" sz="1599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 Cosine similarity</a:t>
            </a:r>
          </a:p>
          <a:p>
            <a:pPr marL="345456" lvl="1" indent="-172728" algn="just">
              <a:lnSpc>
                <a:spcPts val="2239"/>
              </a:lnSpc>
              <a:buFont typeface="Arial"/>
              <a:buChar char="•"/>
            </a:pPr>
            <a:endParaRPr lang="en-US" sz="1599">
              <a:solidFill>
                <a:srgbClr val="010101"/>
              </a:solidFill>
              <a:ea typeface="Raleway"/>
              <a:cs typeface="Raleway"/>
              <a:sym typeface="Raleway"/>
            </a:endParaRPr>
          </a:p>
          <a:p>
            <a:pPr marL="172728" lvl="1" algn="just">
              <a:lnSpc>
                <a:spcPts val="2239"/>
              </a:lnSpc>
            </a:pPr>
            <a:endParaRPr lang="en-US" sz="1599">
              <a:solidFill>
                <a:srgbClr val="010101"/>
              </a:solidFill>
              <a:ea typeface="Raleway"/>
              <a:cs typeface="Raleway"/>
              <a:sym typeface="Raleway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D3553EF-24CA-19AE-582E-D01ED3C410B9}"/>
              </a:ext>
            </a:extLst>
          </p:cNvPr>
          <p:cNvGrpSpPr/>
          <p:nvPr/>
        </p:nvGrpSpPr>
        <p:grpSpPr>
          <a:xfrm>
            <a:off x="6972954" y="1467246"/>
            <a:ext cx="4093717" cy="4763598"/>
            <a:chOff x="13320216" y="5733533"/>
            <a:chExt cx="3402012" cy="3958705"/>
          </a:xfrm>
        </p:grpSpPr>
        <p:sp>
          <p:nvSpPr>
            <p:cNvPr id="104" name="AutoShape 38">
              <a:extLst>
                <a:ext uri="{FF2B5EF4-FFF2-40B4-BE49-F238E27FC236}">
                  <a16:creationId xmlns:a16="http://schemas.microsoft.com/office/drawing/2014/main" id="{A826516D-3FD3-CF0A-7E81-3522EF10B539}"/>
                </a:ext>
              </a:extLst>
            </p:cNvPr>
            <p:cNvSpPr/>
            <p:nvPr/>
          </p:nvSpPr>
          <p:spPr>
            <a:xfrm flipV="1">
              <a:off x="14831025" y="7462631"/>
              <a:ext cx="0" cy="549571"/>
            </a:xfrm>
            <a:prstGeom prst="line">
              <a:avLst/>
            </a:prstGeom>
            <a:ln w="38100" cap="flat">
              <a:solidFill>
                <a:srgbClr val="010101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fr-FR" sz="80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5849A30-10FC-E87B-83DE-0245A608DC34}"/>
                </a:ext>
              </a:extLst>
            </p:cNvPr>
            <p:cNvGrpSpPr/>
            <p:nvPr/>
          </p:nvGrpSpPr>
          <p:grpSpPr>
            <a:xfrm>
              <a:off x="13320216" y="5733533"/>
              <a:ext cx="3402012" cy="3958705"/>
              <a:chOff x="13320216" y="5733533"/>
              <a:chExt cx="3402012" cy="3958705"/>
            </a:xfrm>
          </p:grpSpPr>
          <p:grpSp>
            <p:nvGrpSpPr>
              <p:cNvPr id="169" name="Group 4">
                <a:extLst>
                  <a:ext uri="{FF2B5EF4-FFF2-40B4-BE49-F238E27FC236}">
                    <a16:creationId xmlns:a16="http://schemas.microsoft.com/office/drawing/2014/main" id="{F0BDF55F-513F-DB31-7783-67B8B5CBA216}"/>
                  </a:ext>
                </a:extLst>
              </p:cNvPr>
              <p:cNvGrpSpPr/>
              <p:nvPr/>
            </p:nvGrpSpPr>
            <p:grpSpPr>
              <a:xfrm>
                <a:off x="13320216" y="5733533"/>
                <a:ext cx="3402012" cy="3958705"/>
                <a:chOff x="-12824" y="20612"/>
                <a:chExt cx="698500" cy="812800"/>
              </a:xfrm>
            </p:grpSpPr>
            <p:sp>
              <p:nvSpPr>
                <p:cNvPr id="173" name="Freeform 5">
                  <a:extLst>
                    <a:ext uri="{FF2B5EF4-FFF2-40B4-BE49-F238E27FC236}">
                      <a16:creationId xmlns:a16="http://schemas.microsoft.com/office/drawing/2014/main" id="{81B9B33E-E883-E237-B2F4-8227BE126D9D}"/>
                    </a:ext>
                  </a:extLst>
                </p:cNvPr>
                <p:cNvSpPr/>
                <p:nvPr/>
              </p:nvSpPr>
              <p:spPr>
                <a:xfrm>
                  <a:off x="-12824" y="20612"/>
                  <a:ext cx="6985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812800">
                      <a:moveTo>
                        <a:pt x="349250" y="0"/>
                      </a:moveTo>
                      <a:lnTo>
                        <a:pt x="698500" y="203200"/>
                      </a:lnTo>
                      <a:lnTo>
                        <a:pt x="698500" y="609600"/>
                      </a:lnTo>
                      <a:lnTo>
                        <a:pt x="349250" y="812800"/>
                      </a:lnTo>
                      <a:lnTo>
                        <a:pt x="0" y="609600"/>
                      </a:lnTo>
                      <a:lnTo>
                        <a:pt x="0" y="203200"/>
                      </a:lnTo>
                      <a:lnTo>
                        <a:pt x="349250" y="0"/>
                      </a:lnTo>
                      <a:close/>
                    </a:path>
                  </a:pathLst>
                </a:custGeom>
                <a:solidFill>
                  <a:srgbClr val="19115F"/>
                </a:solidFill>
                <a:ln w="47625" cap="sq">
                  <a:gradFill>
                    <a:gsLst>
                      <a:gs pos="0">
                        <a:srgbClr val="180F0F">
                          <a:alpha val="0"/>
                        </a:srgbClr>
                      </a:gs>
                      <a:gs pos="100000">
                        <a:srgbClr val="43401E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miter/>
                </a:ln>
              </p:spPr>
              <p:txBody>
                <a:bodyPr/>
                <a:lstStyle/>
                <a:p>
                  <a:endParaRPr lang="en-CH" sz="800"/>
                </a:p>
              </p:txBody>
            </p:sp>
          </p:grp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6B6695F7-2C61-5C77-C125-3D7B1B9C9021}"/>
                  </a:ext>
                </a:extLst>
              </p:cNvPr>
              <p:cNvCxnSpPr/>
              <p:nvPr/>
            </p:nvCxnSpPr>
            <p:spPr>
              <a:xfrm>
                <a:off x="15036924" y="6091151"/>
                <a:ext cx="0" cy="1549407"/>
              </a:xfrm>
              <a:prstGeom prst="straightConnector1">
                <a:avLst/>
              </a:prstGeom>
              <a:ln w="28575">
                <a:solidFill>
                  <a:srgbClr val="5DB572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192E07AE-4EE1-7C3B-3257-3524B45896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036924" y="7640558"/>
                <a:ext cx="1431623" cy="832760"/>
              </a:xfrm>
              <a:prstGeom prst="straightConnector1">
                <a:avLst/>
              </a:prstGeom>
              <a:ln w="28575">
                <a:solidFill>
                  <a:srgbClr val="5DB572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41455148-887C-F9F9-6267-D2A9B02D84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520245" y="7633367"/>
                <a:ext cx="1516678" cy="839951"/>
              </a:xfrm>
              <a:prstGeom prst="straightConnector1">
                <a:avLst/>
              </a:prstGeom>
              <a:ln w="28575">
                <a:solidFill>
                  <a:srgbClr val="5DB572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C4D2A006-B3CC-DC04-1DB3-0FE396D65345}"/>
                </a:ext>
              </a:extLst>
            </p:cNvPr>
            <p:cNvCxnSpPr/>
            <p:nvPr/>
          </p:nvCxnSpPr>
          <p:spPr>
            <a:xfrm>
              <a:off x="14716358" y="6258288"/>
              <a:ext cx="0" cy="1549407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8474DF3E-32B1-D4FB-B248-204A978FAB4D}"/>
                </a:ext>
              </a:extLst>
            </p:cNvPr>
            <p:cNvCxnSpPr/>
            <p:nvPr/>
          </p:nvCxnSpPr>
          <p:spPr>
            <a:xfrm>
              <a:off x="14395792" y="6427694"/>
              <a:ext cx="0" cy="1549407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F59780B0-1C83-8711-837A-93DC2B1B0948}"/>
                </a:ext>
              </a:extLst>
            </p:cNvPr>
            <p:cNvCxnSpPr/>
            <p:nvPr/>
          </p:nvCxnSpPr>
          <p:spPr>
            <a:xfrm>
              <a:off x="14096247" y="6596439"/>
              <a:ext cx="0" cy="1549407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BC2C3AED-8D8F-FFB4-AABC-C36E55DF55E8}"/>
                </a:ext>
              </a:extLst>
            </p:cNvPr>
            <p:cNvCxnSpPr/>
            <p:nvPr/>
          </p:nvCxnSpPr>
          <p:spPr>
            <a:xfrm>
              <a:off x="13786192" y="6779428"/>
              <a:ext cx="0" cy="1549407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652F801-3C99-CCDE-CD51-02150DB18C7F}"/>
                </a:ext>
              </a:extLst>
            </p:cNvPr>
            <p:cNvCxnSpPr/>
            <p:nvPr/>
          </p:nvCxnSpPr>
          <p:spPr>
            <a:xfrm>
              <a:off x="16235188" y="6779428"/>
              <a:ext cx="0" cy="1549407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24D32BE2-4470-DB60-A7B7-F3ECAAAD92FF}"/>
                </a:ext>
              </a:extLst>
            </p:cNvPr>
            <p:cNvCxnSpPr/>
            <p:nvPr/>
          </p:nvCxnSpPr>
          <p:spPr>
            <a:xfrm>
              <a:off x="15944602" y="6608952"/>
              <a:ext cx="0" cy="1549407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9CC4CD51-4A50-3F8B-F661-FD61915E6445}"/>
                </a:ext>
              </a:extLst>
            </p:cNvPr>
            <p:cNvCxnSpPr/>
            <p:nvPr/>
          </p:nvCxnSpPr>
          <p:spPr>
            <a:xfrm>
              <a:off x="15660048" y="6450128"/>
              <a:ext cx="0" cy="1549407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D91DAC6F-C0D6-2054-C1E7-95B8CA20621A}"/>
                </a:ext>
              </a:extLst>
            </p:cNvPr>
            <p:cNvCxnSpPr/>
            <p:nvPr/>
          </p:nvCxnSpPr>
          <p:spPr>
            <a:xfrm>
              <a:off x="15357488" y="6271059"/>
              <a:ext cx="0" cy="1549407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DDD195F-1824-4825-19FB-CF1D26AFC2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16358" y="7807694"/>
              <a:ext cx="1409927" cy="860056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A784371-A7C5-0848-1197-856297BB66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11972" y="7992311"/>
              <a:ext cx="1409927" cy="860056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FABEF6D-3900-3846-0487-B12AB34C2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88062" y="8144155"/>
              <a:ext cx="1409927" cy="860056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F3E62A90-DDF0-1C71-17FA-A6A8C59800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783656" y="8326315"/>
              <a:ext cx="1409927" cy="860056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BC4DF5DE-3E34-3282-1D7A-D4EA7BBBBC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83659" y="7821776"/>
              <a:ext cx="1451381" cy="837734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7BEB33BA-EDC2-75C7-C04E-1E7D3B9327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91127" y="8002626"/>
              <a:ext cx="1451381" cy="837734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EBAD9561-3BA7-5C28-F267-971627F43E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3221" y="8150072"/>
              <a:ext cx="1451381" cy="837734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A97A4205-2FF5-B5DB-576B-D947290AA4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71907" y="8332291"/>
              <a:ext cx="1451381" cy="837734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0B36CCE8-E0C8-3117-5229-A7058D797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69843" y="7306746"/>
              <a:ext cx="1451381" cy="837734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9A49CA0F-5F39-49C0-E71E-777D6C20F7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69843" y="6944435"/>
              <a:ext cx="1451381" cy="837734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C93B5EE1-3478-E19C-13D7-91E9BE4207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99657" y="6584957"/>
              <a:ext cx="1451381" cy="837734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71726ACC-A4EE-5E7C-2277-8B7A5358C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88311" y="6256577"/>
              <a:ext cx="1451381" cy="837734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ACA54974-C4FE-74E6-557E-3813119D93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0609" y="7308384"/>
              <a:ext cx="1409927" cy="860056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C6072A43-9792-E574-C979-6048EF183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43376" y="6943851"/>
              <a:ext cx="1409927" cy="860056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FEB4FFC5-0940-7A1A-AF54-5088276D87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39572" y="6599652"/>
              <a:ext cx="1409927" cy="860056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105623F5-09E7-F974-FF0C-3CA64E2463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51038" y="6271537"/>
              <a:ext cx="1409927" cy="860056"/>
            </a:xfrm>
            <a:prstGeom prst="straightConnector1">
              <a:avLst/>
            </a:prstGeom>
            <a:ln w="3175">
              <a:solidFill>
                <a:srgbClr val="5DB572">
                  <a:alpha val="74514"/>
                </a:srgb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6AFFCF28-0792-F38C-FF59-0F35F91E1385}"/>
                </a:ext>
              </a:extLst>
            </p:cNvPr>
            <p:cNvSpPr/>
            <p:nvPr/>
          </p:nvSpPr>
          <p:spPr>
            <a:xfrm>
              <a:off x="15398529" y="7255448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009CB29F-5353-1A1F-4F4D-055AEB314C94}"/>
                </a:ext>
              </a:extLst>
            </p:cNvPr>
            <p:cNvSpPr/>
            <p:nvPr/>
          </p:nvSpPr>
          <p:spPr>
            <a:xfrm>
              <a:off x="14333360" y="6923449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A711E19-9461-D29D-0525-1985A5135BE1}"/>
                </a:ext>
              </a:extLst>
            </p:cNvPr>
            <p:cNvSpPr/>
            <p:nvPr/>
          </p:nvSpPr>
          <p:spPr>
            <a:xfrm>
              <a:off x="14172590" y="7568540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5E7C3650-38A8-4BC1-E8BC-CE1C65F50975}"/>
                </a:ext>
              </a:extLst>
            </p:cNvPr>
            <p:cNvSpPr/>
            <p:nvPr/>
          </p:nvSpPr>
          <p:spPr>
            <a:xfrm>
              <a:off x="15013049" y="8093624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A6F09C2A-7261-F4F4-3DBD-B4F0BFD722A2}"/>
                </a:ext>
              </a:extLst>
            </p:cNvPr>
            <p:cNvSpPr/>
            <p:nvPr/>
          </p:nvSpPr>
          <p:spPr>
            <a:xfrm>
              <a:off x="14142589" y="8341084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616B2FB-DC40-D60A-2734-59E9D0837E72}"/>
                </a:ext>
              </a:extLst>
            </p:cNvPr>
            <p:cNvSpPr/>
            <p:nvPr/>
          </p:nvSpPr>
          <p:spPr>
            <a:xfrm>
              <a:off x="14763303" y="8541348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23966D8-814B-5CCC-15CD-84874ED2110C}"/>
                </a:ext>
              </a:extLst>
            </p:cNvPr>
            <p:cNvSpPr/>
            <p:nvPr/>
          </p:nvSpPr>
          <p:spPr>
            <a:xfrm>
              <a:off x="15613434" y="8394424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D75322F-BD1A-3EF4-28EF-333B23362AD5}"/>
                </a:ext>
              </a:extLst>
            </p:cNvPr>
            <p:cNvSpPr/>
            <p:nvPr/>
          </p:nvSpPr>
          <p:spPr>
            <a:xfrm>
              <a:off x="16176002" y="6971013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5E7FE45A-F783-2046-F17B-35913325D904}"/>
                </a:ext>
              </a:extLst>
            </p:cNvPr>
            <p:cNvSpPr/>
            <p:nvPr/>
          </p:nvSpPr>
          <p:spPr>
            <a:xfrm>
              <a:off x="15555891" y="7496463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201BA585-10F7-BB27-5F59-2D3710D75C10}"/>
                </a:ext>
              </a:extLst>
            </p:cNvPr>
            <p:cNvSpPr/>
            <p:nvPr/>
          </p:nvSpPr>
          <p:spPr>
            <a:xfrm>
              <a:off x="15335591" y="6459019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37432207-E880-835E-738C-CA44A0339E00}"/>
                </a:ext>
              </a:extLst>
            </p:cNvPr>
            <p:cNvSpPr/>
            <p:nvPr/>
          </p:nvSpPr>
          <p:spPr>
            <a:xfrm>
              <a:off x="14251296" y="6527458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69BA8E5E-8469-6BC7-9494-6798751DB95C}"/>
                </a:ext>
              </a:extLst>
            </p:cNvPr>
            <p:cNvSpPr/>
            <p:nvPr/>
          </p:nvSpPr>
          <p:spPr>
            <a:xfrm>
              <a:off x="13646291" y="7064795"/>
              <a:ext cx="205120" cy="216425"/>
            </a:xfrm>
            <a:prstGeom prst="ellipse">
              <a:avLst/>
            </a:prstGeom>
            <a:solidFill>
              <a:srgbClr val="5DB57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/>
            </a:p>
          </p:txBody>
        </p:sp>
      </p:grpSp>
      <p:sp>
        <p:nvSpPr>
          <p:cNvPr id="174" name="Oval 173">
            <a:extLst>
              <a:ext uri="{FF2B5EF4-FFF2-40B4-BE49-F238E27FC236}">
                <a16:creationId xmlns:a16="http://schemas.microsoft.com/office/drawing/2014/main" id="{A7173AAE-9C36-0D48-7491-BD7DBD7F25CF}"/>
              </a:ext>
            </a:extLst>
          </p:cNvPr>
          <p:cNvSpPr/>
          <p:nvPr/>
        </p:nvSpPr>
        <p:spPr>
          <a:xfrm>
            <a:off x="10098060" y="3342534"/>
            <a:ext cx="246825" cy="260429"/>
          </a:xfrm>
          <a:prstGeom prst="ellipse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5917F6B-E91F-B1CF-F920-F1E9A0F36520}"/>
              </a:ext>
            </a:extLst>
          </p:cNvPr>
          <p:cNvSpPr txBox="1"/>
          <p:nvPr/>
        </p:nvSpPr>
        <p:spPr>
          <a:xfrm>
            <a:off x="9867983" y="3692873"/>
            <a:ext cx="709755" cy="3077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010101"/>
                </a:solidFill>
                <a:ea typeface="Raleway"/>
                <a:cs typeface="Raleway"/>
                <a:sym typeface="Raleway"/>
              </a:rPr>
              <a:t>query  </a:t>
            </a:r>
            <a:endParaRPr lang="fr-FR" sz="1400" b="1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10417905-BC02-0AF0-DFFB-EFE669DE1D6E}"/>
              </a:ext>
            </a:extLst>
          </p:cNvPr>
          <p:cNvSpPr/>
          <p:nvPr/>
        </p:nvSpPr>
        <p:spPr>
          <a:xfrm>
            <a:off x="9663559" y="3593175"/>
            <a:ext cx="246825" cy="260429"/>
          </a:xfrm>
          <a:prstGeom prst="ellipse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ADBD68C7-ADFE-D177-87A6-62B7962C499B}"/>
              </a:ext>
            </a:extLst>
          </p:cNvPr>
          <p:cNvSpPr/>
          <p:nvPr/>
        </p:nvSpPr>
        <p:spPr>
          <a:xfrm>
            <a:off x="9477162" y="3299280"/>
            <a:ext cx="246825" cy="260429"/>
          </a:xfrm>
          <a:prstGeom prst="ellipse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2954F6A6-04B1-8B30-8BE5-7A2DD673CB52}"/>
              </a:ext>
            </a:extLst>
          </p:cNvPr>
          <p:cNvSpPr/>
          <p:nvPr/>
        </p:nvSpPr>
        <p:spPr>
          <a:xfrm>
            <a:off x="10409385" y="2950990"/>
            <a:ext cx="246825" cy="260429"/>
          </a:xfrm>
          <a:prstGeom prst="ellipse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/>
          </a:p>
        </p:txBody>
      </p:sp>
      <p:pic>
        <p:nvPicPr>
          <p:cNvPr id="179" name="Picture 178">
            <a:extLst>
              <a:ext uri="{FF2B5EF4-FFF2-40B4-BE49-F238E27FC236}">
                <a16:creationId xmlns:a16="http://schemas.microsoft.com/office/drawing/2014/main" id="{B56FBB33-8D04-C4D1-CD0D-A485FB003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077" y="2858105"/>
            <a:ext cx="2414956" cy="433027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B228E3C-211E-5341-85BA-5C164B408BA6}"/>
              </a:ext>
            </a:extLst>
          </p:cNvPr>
          <p:cNvGrpSpPr/>
          <p:nvPr/>
        </p:nvGrpSpPr>
        <p:grpSpPr>
          <a:xfrm>
            <a:off x="515182" y="4082428"/>
            <a:ext cx="6431775" cy="1903530"/>
            <a:chOff x="515182" y="4082428"/>
            <a:chExt cx="6431775" cy="1903530"/>
          </a:xfrm>
        </p:grpSpPr>
        <p:sp>
          <p:nvSpPr>
            <p:cNvPr id="204" name="Shape 5">
              <a:extLst>
                <a:ext uri="{FF2B5EF4-FFF2-40B4-BE49-F238E27FC236}">
                  <a16:creationId xmlns:a16="http://schemas.microsoft.com/office/drawing/2014/main" id="{18BBA27C-86E5-963B-CD69-4CD5983231D2}"/>
                </a:ext>
              </a:extLst>
            </p:cNvPr>
            <p:cNvSpPr/>
            <p:nvPr/>
          </p:nvSpPr>
          <p:spPr>
            <a:xfrm>
              <a:off x="515182" y="4082428"/>
              <a:ext cx="5825703" cy="1903530"/>
            </a:xfrm>
            <a:prstGeom prst="roundRect">
              <a:avLst>
                <a:gd name="adj" fmla="val 3774"/>
              </a:avLst>
            </a:prstGeom>
            <a:solidFill>
              <a:srgbClr val="F4F7FA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D2A4B2F-3E10-426E-7540-249C001EDE79}"/>
                </a:ext>
              </a:extLst>
            </p:cNvPr>
            <p:cNvSpPr txBox="1"/>
            <p:nvPr/>
          </p:nvSpPr>
          <p:spPr>
            <a:xfrm>
              <a:off x="681889" y="4194719"/>
              <a:ext cx="6265068" cy="3608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ts val="2239"/>
                </a:lnSpc>
              </a:pPr>
              <a:r>
                <a:rPr lang="en-US" sz="1600" b="1" dirty="0">
                  <a:solidFill>
                    <a:srgbClr val="010101"/>
                  </a:solidFill>
                  <a:ea typeface="Raleway"/>
                  <a:cs typeface="Raleway"/>
                  <a:sym typeface="Raleway Bold"/>
                </a:rPr>
                <a:t>System Prompt + User prompt + Relevant Context </a:t>
              </a:r>
              <a:endParaRPr lang="en-US" sz="1600" dirty="0">
                <a:solidFill>
                  <a:srgbClr val="010101"/>
                </a:solidFill>
                <a:ea typeface="Raleway"/>
                <a:cs typeface="Raleway"/>
                <a:sym typeface="Raleway Bold"/>
              </a:endParaRPr>
            </a:p>
          </p:txBody>
        </p:sp>
        <p:grpSp>
          <p:nvGrpSpPr>
            <p:cNvPr id="205" name="Group 63">
              <a:extLst>
                <a:ext uri="{FF2B5EF4-FFF2-40B4-BE49-F238E27FC236}">
                  <a16:creationId xmlns:a16="http://schemas.microsoft.com/office/drawing/2014/main" id="{8F1CC01C-A20D-B17D-3CBF-7ADC8C952CAF}"/>
                </a:ext>
              </a:extLst>
            </p:cNvPr>
            <p:cNvGrpSpPr/>
            <p:nvPr/>
          </p:nvGrpSpPr>
          <p:grpSpPr>
            <a:xfrm>
              <a:off x="1964467" y="4716812"/>
              <a:ext cx="830556" cy="894525"/>
              <a:chOff x="0" y="0"/>
              <a:chExt cx="348653" cy="375506"/>
            </a:xfrm>
          </p:grpSpPr>
          <p:sp>
            <p:nvSpPr>
              <p:cNvPr id="206" name="Freeform 64">
                <a:extLst>
                  <a:ext uri="{FF2B5EF4-FFF2-40B4-BE49-F238E27FC236}">
                    <a16:creationId xmlns:a16="http://schemas.microsoft.com/office/drawing/2014/main" id="{4C05CECE-72F9-D5CE-FD73-831C405D29D2}"/>
                  </a:ext>
                </a:extLst>
              </p:cNvPr>
              <p:cNvSpPr/>
              <p:nvPr/>
            </p:nvSpPr>
            <p:spPr>
              <a:xfrm>
                <a:off x="0" y="0"/>
                <a:ext cx="348653" cy="375506"/>
              </a:xfrm>
              <a:custGeom>
                <a:avLst/>
                <a:gdLst/>
                <a:ahLst/>
                <a:cxnLst/>
                <a:rect l="l" t="t" r="r" b="b"/>
                <a:pathLst>
                  <a:path w="348653" h="375506">
                    <a:moveTo>
                      <a:pt x="0" y="0"/>
                    </a:moveTo>
                    <a:lnTo>
                      <a:pt x="348653" y="0"/>
                    </a:lnTo>
                    <a:lnTo>
                      <a:pt x="348653" y="375506"/>
                    </a:lnTo>
                    <a:lnTo>
                      <a:pt x="0" y="375506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chemeClr val="bg2">
                    <a:lumMod val="75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pPr algn="just"/>
                <a:endParaRPr lang="fr-FR" sz="1400"/>
              </a:p>
            </p:txBody>
          </p:sp>
          <p:sp>
            <p:nvSpPr>
              <p:cNvPr id="207" name="TextBox 65">
                <a:extLst>
                  <a:ext uri="{FF2B5EF4-FFF2-40B4-BE49-F238E27FC236}">
                    <a16:creationId xmlns:a16="http://schemas.microsoft.com/office/drawing/2014/main" id="{14592365-1EA6-3DC8-5A17-D1606FC804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48653" cy="413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just">
                  <a:lnSpc>
                    <a:spcPts val="2659"/>
                  </a:lnSpc>
                </a:pPr>
                <a:endParaRPr sz="1400"/>
              </a:p>
            </p:txBody>
          </p:sp>
        </p:grpSp>
        <p:pic>
          <p:nvPicPr>
            <p:cNvPr id="208" name="Picture 207" descr="A black and white cartoon of a llama&#10;&#10;Description automatically generated">
              <a:extLst>
                <a:ext uri="{FF2B5EF4-FFF2-40B4-BE49-F238E27FC236}">
                  <a16:creationId xmlns:a16="http://schemas.microsoft.com/office/drawing/2014/main" id="{E930F716-43E3-7919-C071-F46672977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65" y="4746424"/>
              <a:ext cx="708258" cy="835299"/>
            </a:xfrm>
            <a:prstGeom prst="rect">
              <a:avLst/>
            </a:prstGeom>
          </p:spPr>
        </p:pic>
        <p:sp>
          <p:nvSpPr>
            <p:cNvPr id="212" name="TextBox 54">
              <a:extLst>
                <a:ext uri="{FF2B5EF4-FFF2-40B4-BE49-F238E27FC236}">
                  <a16:creationId xmlns:a16="http://schemas.microsoft.com/office/drawing/2014/main" id="{7B66EF18-4B64-7468-AE0C-98CBCF9006F2}"/>
                </a:ext>
              </a:extLst>
            </p:cNvPr>
            <p:cNvSpPr txBox="1"/>
            <p:nvPr/>
          </p:nvSpPr>
          <p:spPr>
            <a:xfrm>
              <a:off x="4678180" y="5673697"/>
              <a:ext cx="1551548" cy="215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>
                  <a:solidFill>
                    <a:srgbClr val="010101"/>
                  </a:solidFill>
                  <a:ea typeface="Raleway"/>
                  <a:cs typeface="Raleway"/>
                  <a:sym typeface="Raleway"/>
                </a:rPr>
                <a:t>User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B074DF9E-E03E-A53B-5F9B-114A354F400A}"/>
                </a:ext>
              </a:extLst>
            </p:cNvPr>
            <p:cNvGrpSpPr/>
            <p:nvPr/>
          </p:nvGrpSpPr>
          <p:grpSpPr>
            <a:xfrm>
              <a:off x="5030723" y="4722390"/>
              <a:ext cx="830556" cy="894525"/>
              <a:chOff x="14147210" y="2429227"/>
              <a:chExt cx="1323793" cy="1425751"/>
            </a:xfrm>
          </p:grpSpPr>
          <p:grpSp>
            <p:nvGrpSpPr>
              <p:cNvPr id="214" name="Group 24">
                <a:extLst>
                  <a:ext uri="{FF2B5EF4-FFF2-40B4-BE49-F238E27FC236}">
                    <a16:creationId xmlns:a16="http://schemas.microsoft.com/office/drawing/2014/main" id="{F4086902-D46F-40AF-9931-B87D7EF69F2B}"/>
                  </a:ext>
                </a:extLst>
              </p:cNvPr>
              <p:cNvGrpSpPr/>
              <p:nvPr/>
            </p:nvGrpSpPr>
            <p:grpSpPr>
              <a:xfrm>
                <a:off x="14147210" y="2429227"/>
                <a:ext cx="1323793" cy="1425751"/>
                <a:chOff x="0" y="0"/>
                <a:chExt cx="348653" cy="375506"/>
              </a:xfrm>
            </p:grpSpPr>
            <p:sp>
              <p:nvSpPr>
                <p:cNvPr id="216" name="Freeform 25">
                  <a:extLst>
                    <a:ext uri="{FF2B5EF4-FFF2-40B4-BE49-F238E27FC236}">
                      <a16:creationId xmlns:a16="http://schemas.microsoft.com/office/drawing/2014/main" id="{AB1AE893-4CFB-57D6-7F6B-0CF7F5184A3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48653" cy="375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653" h="375506">
                      <a:moveTo>
                        <a:pt x="0" y="0"/>
                      </a:moveTo>
                      <a:lnTo>
                        <a:pt x="348653" y="0"/>
                      </a:lnTo>
                      <a:lnTo>
                        <a:pt x="348653" y="375506"/>
                      </a:lnTo>
                      <a:lnTo>
                        <a:pt x="0" y="3755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 cap="sq">
                  <a:solidFill>
                    <a:schemeClr val="bg2">
                      <a:lumMod val="75000"/>
                    </a:scheme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pPr algn="just"/>
                  <a:endParaRPr lang="fr-FR" sz="1400"/>
                </a:p>
              </p:txBody>
            </p:sp>
            <p:sp>
              <p:nvSpPr>
                <p:cNvPr id="217" name="TextBox 26">
                  <a:extLst>
                    <a:ext uri="{FF2B5EF4-FFF2-40B4-BE49-F238E27FC236}">
                      <a16:creationId xmlns:a16="http://schemas.microsoft.com/office/drawing/2014/main" id="{080A13B6-5EAF-4827-3A98-7440056EBE90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348653" cy="41360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just">
                    <a:lnSpc>
                      <a:spcPts val="2659"/>
                    </a:lnSpc>
                  </a:pPr>
                  <a:endParaRPr sz="1400"/>
                </a:p>
              </p:txBody>
            </p:sp>
          </p:grpSp>
          <p:pic>
            <p:nvPicPr>
              <p:cNvPr id="215" name="Graphic 214" descr="User with solid fill">
                <a:extLst>
                  <a:ext uri="{FF2B5EF4-FFF2-40B4-BE49-F238E27FC236}">
                    <a16:creationId xmlns:a16="http://schemas.microsoft.com/office/drawing/2014/main" id="{0ACDC9DE-B2EB-B20B-8581-4B3C638D5B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4344628" y="2675917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18" name="TextBox 54">
              <a:extLst>
                <a:ext uri="{FF2B5EF4-FFF2-40B4-BE49-F238E27FC236}">
                  <a16:creationId xmlns:a16="http://schemas.microsoft.com/office/drawing/2014/main" id="{D31F9E17-8F21-FFAC-830F-9170C60B9716}"/>
                </a:ext>
              </a:extLst>
            </p:cNvPr>
            <p:cNvSpPr txBox="1"/>
            <p:nvPr/>
          </p:nvSpPr>
          <p:spPr>
            <a:xfrm>
              <a:off x="1584920" y="5720242"/>
              <a:ext cx="1551548" cy="2154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>
                  <a:solidFill>
                    <a:srgbClr val="010101"/>
                  </a:solidFill>
                  <a:ea typeface="Raleway"/>
                  <a:cs typeface="Raleway"/>
                  <a:sym typeface="Raleway"/>
                </a:rPr>
                <a:t>LLM</a:t>
              </a:r>
            </a:p>
          </p:txBody>
        </p:sp>
        <p:cxnSp>
          <p:nvCxnSpPr>
            <p:cNvPr id="220" name="Elbow Connector 219">
              <a:extLst>
                <a:ext uri="{FF2B5EF4-FFF2-40B4-BE49-F238E27FC236}">
                  <a16:creationId xmlns:a16="http://schemas.microsoft.com/office/drawing/2014/main" id="{1E74026E-8E1D-05BB-3EEC-9101E9352D25}"/>
                </a:ext>
              </a:extLst>
            </p:cNvPr>
            <p:cNvCxnSpPr>
              <a:cxnSpLocks/>
            </p:cNvCxnSpPr>
            <p:nvPr/>
          </p:nvCxnSpPr>
          <p:spPr>
            <a:xfrm>
              <a:off x="1142986" y="4614182"/>
              <a:ext cx="767367" cy="562461"/>
            </a:xfrm>
            <a:prstGeom prst="bentConnector3">
              <a:avLst>
                <a:gd name="adj1" fmla="val 66"/>
              </a:avLst>
            </a:prstGeom>
            <a:ln w="1905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AutoShape 16">
              <a:extLst>
                <a:ext uri="{FF2B5EF4-FFF2-40B4-BE49-F238E27FC236}">
                  <a16:creationId xmlns:a16="http://schemas.microsoft.com/office/drawing/2014/main" id="{2E81149B-BC5E-D285-A9CC-01F19EDB07CB}"/>
                </a:ext>
              </a:extLst>
            </p:cNvPr>
            <p:cNvSpPr/>
            <p:nvPr/>
          </p:nvSpPr>
          <p:spPr>
            <a:xfrm flipH="1">
              <a:off x="2825943" y="5176643"/>
              <a:ext cx="2207610" cy="0"/>
            </a:xfrm>
            <a:prstGeom prst="line">
              <a:avLst/>
            </a:prstGeom>
            <a:ln w="19050" cap="flat">
              <a:solidFill>
                <a:schemeClr val="bg2">
                  <a:lumMod val="75000"/>
                </a:schemeClr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pPr algn="just"/>
              <a:endParaRPr lang="fr-FR" sz="1400"/>
            </a:p>
          </p:txBody>
        </p:sp>
        <p:grpSp>
          <p:nvGrpSpPr>
            <p:cNvPr id="209" name="Group 60">
              <a:extLst>
                <a:ext uri="{FF2B5EF4-FFF2-40B4-BE49-F238E27FC236}">
                  <a16:creationId xmlns:a16="http://schemas.microsoft.com/office/drawing/2014/main" id="{018CB807-44DA-4AEB-962B-965967FF0267}"/>
                </a:ext>
              </a:extLst>
            </p:cNvPr>
            <p:cNvGrpSpPr/>
            <p:nvPr/>
          </p:nvGrpSpPr>
          <p:grpSpPr>
            <a:xfrm>
              <a:off x="3307458" y="4935184"/>
              <a:ext cx="1080089" cy="457702"/>
              <a:chOff x="0" y="0"/>
              <a:chExt cx="453403" cy="192136"/>
            </a:xfrm>
          </p:grpSpPr>
          <p:sp>
            <p:nvSpPr>
              <p:cNvPr id="210" name="Freeform 61">
                <a:extLst>
                  <a:ext uri="{FF2B5EF4-FFF2-40B4-BE49-F238E27FC236}">
                    <a16:creationId xmlns:a16="http://schemas.microsoft.com/office/drawing/2014/main" id="{79469341-302E-347F-E7B1-0FE3CBD51922}"/>
                  </a:ext>
                </a:extLst>
              </p:cNvPr>
              <p:cNvSpPr/>
              <p:nvPr/>
            </p:nvSpPr>
            <p:spPr>
              <a:xfrm>
                <a:off x="0" y="0"/>
                <a:ext cx="453403" cy="189106"/>
              </a:xfrm>
              <a:custGeom>
                <a:avLst/>
                <a:gdLst/>
                <a:ahLst/>
                <a:cxnLst/>
                <a:rect l="l" t="t" r="r" b="b"/>
                <a:pathLst>
                  <a:path w="453403" h="189106">
                    <a:moveTo>
                      <a:pt x="89943" y="0"/>
                    </a:moveTo>
                    <a:lnTo>
                      <a:pt x="363460" y="0"/>
                    </a:lnTo>
                    <a:cubicBezTo>
                      <a:pt x="413135" y="0"/>
                      <a:pt x="453403" y="40269"/>
                      <a:pt x="453403" y="89943"/>
                    </a:cubicBezTo>
                    <a:lnTo>
                      <a:pt x="453403" y="99163"/>
                    </a:lnTo>
                    <a:cubicBezTo>
                      <a:pt x="453403" y="148837"/>
                      <a:pt x="413135" y="189106"/>
                      <a:pt x="363460" y="189106"/>
                    </a:cubicBezTo>
                    <a:lnTo>
                      <a:pt x="89943" y="189106"/>
                    </a:lnTo>
                    <a:cubicBezTo>
                      <a:pt x="40269" y="189106"/>
                      <a:pt x="0" y="148837"/>
                      <a:pt x="0" y="99163"/>
                    </a:cubicBezTo>
                    <a:lnTo>
                      <a:pt x="0" y="89943"/>
                    </a:lnTo>
                    <a:cubicBezTo>
                      <a:pt x="0" y="40269"/>
                      <a:pt x="40269" y="0"/>
                      <a:pt x="899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chemeClr val="bg2">
                    <a:lumMod val="75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pPr algn="just"/>
                <a:endParaRPr lang="fr-FR" sz="1400"/>
              </a:p>
            </p:txBody>
          </p:sp>
          <p:sp>
            <p:nvSpPr>
              <p:cNvPr id="211" name="TextBox 62">
                <a:extLst>
                  <a:ext uri="{FF2B5EF4-FFF2-40B4-BE49-F238E27FC236}">
                    <a16:creationId xmlns:a16="http://schemas.microsoft.com/office/drawing/2014/main" id="{43077FF4-2CC5-7A4C-78CE-34158996E2DE}"/>
                  </a:ext>
                </a:extLst>
              </p:cNvPr>
              <p:cNvSpPr txBox="1"/>
              <p:nvPr/>
            </p:nvSpPr>
            <p:spPr>
              <a:xfrm>
                <a:off x="0" y="0"/>
                <a:ext cx="453403" cy="192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r>
                  <a:rPr lang="en-US" sz="1400" b="1">
                    <a:solidFill>
                      <a:schemeClr val="bg2">
                        <a:lumMod val="50000"/>
                      </a:schemeClr>
                    </a:solidFill>
                    <a:ea typeface="Raleway"/>
                    <a:cs typeface="Raleway"/>
                    <a:sym typeface="Raleway"/>
                  </a:rPr>
                  <a:t>Response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BE0AAA-E2E6-CDF0-7DB8-AE854E4E425B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962BEACF-97DD-7BA8-7E4E-C3D3AC59E4C0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7" name="Freeform 46">
              <a:extLst>
                <a:ext uri="{FF2B5EF4-FFF2-40B4-BE49-F238E27FC236}">
                  <a16:creationId xmlns:a16="http://schemas.microsoft.com/office/drawing/2014/main" id="{B5479424-70FC-1E7E-36E4-7FCAB908513B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8" name="Freeform 47">
              <a:extLst>
                <a:ext uri="{FF2B5EF4-FFF2-40B4-BE49-F238E27FC236}">
                  <a16:creationId xmlns:a16="http://schemas.microsoft.com/office/drawing/2014/main" id="{0AC18340-86BD-3F1C-B0BB-349613FF7534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9" name="Freeform 48">
              <a:extLst>
                <a:ext uri="{FF2B5EF4-FFF2-40B4-BE49-F238E27FC236}">
                  <a16:creationId xmlns:a16="http://schemas.microsoft.com/office/drawing/2014/main" id="{939A5F56-DE61-3124-E09F-7E0859020E36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CBC20B1-E7F3-BE9F-8CAC-4D772EB72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sp>
        <p:nvSpPr>
          <p:cNvPr id="11" name="Shape 4">
            <a:extLst>
              <a:ext uri="{FF2B5EF4-FFF2-40B4-BE49-F238E27FC236}">
                <a16:creationId xmlns:a16="http://schemas.microsoft.com/office/drawing/2014/main" id="{4971157C-28BF-3B07-7988-85CFB9A27DF5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  <p:pic>
        <p:nvPicPr>
          <p:cNvPr id="12" name="Graphic 11" descr="Brain with solid fill">
            <a:extLst>
              <a:ext uri="{FF2B5EF4-FFF2-40B4-BE49-F238E27FC236}">
                <a16:creationId xmlns:a16="http://schemas.microsoft.com/office/drawing/2014/main" id="{898CE527-9432-D647-975B-3467F90185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76015D72-6D96-C16D-C122-240295986F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14" name="Shape 17">
            <a:extLst>
              <a:ext uri="{FF2B5EF4-FFF2-40B4-BE49-F238E27FC236}">
                <a16:creationId xmlns:a16="http://schemas.microsoft.com/office/drawing/2014/main" id="{415BCE04-9155-F568-7F68-249B937205A6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99AFF86F-A3F1-ED6B-0AB6-FF97304EA675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0E837443-233D-40D6-E6CE-9F25E5BAA6A0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62A4FA-8505-934B-EA8D-2C5588A519F7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8EE710-1382-F4B5-3A02-5F0BFBC1DF12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C610DD-2606-F7B3-33BF-92180B3F41EA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20" name="Graphic 19" descr="Shield Tick with solid fill">
            <a:extLst>
              <a:ext uri="{FF2B5EF4-FFF2-40B4-BE49-F238E27FC236}">
                <a16:creationId xmlns:a16="http://schemas.microsoft.com/office/drawing/2014/main" id="{E6A7CFB4-6411-3BA0-D84D-8CB9E70B68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21" name="Shape 17">
            <a:extLst>
              <a:ext uri="{FF2B5EF4-FFF2-40B4-BE49-F238E27FC236}">
                <a16:creationId xmlns:a16="http://schemas.microsoft.com/office/drawing/2014/main" id="{EA9F2A6F-FFF1-2AC0-2067-B7EAB3B893D9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444257-2B56-C37C-5D02-9C40CD709115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23" name="Graphic 22" descr="Circles with lines with solid fill">
            <a:extLst>
              <a:ext uri="{FF2B5EF4-FFF2-40B4-BE49-F238E27FC236}">
                <a16:creationId xmlns:a16="http://schemas.microsoft.com/office/drawing/2014/main" id="{83086E40-2566-56C0-09E6-E97AE76CC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24" name="Graphic 23" descr="Head with gears with solid fill">
            <a:extLst>
              <a:ext uri="{FF2B5EF4-FFF2-40B4-BE49-F238E27FC236}">
                <a16:creationId xmlns:a16="http://schemas.microsoft.com/office/drawing/2014/main" id="{00339426-67FA-6163-60D4-6AE27FB4C1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E3CCAF0-14BC-8038-5A7A-98D4413ED018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8F3C6BD8-B49C-25DA-E16C-102BFC998CBE}"/>
              </a:ext>
            </a:extLst>
          </p:cNvPr>
          <p:cNvSpPr/>
          <p:nvPr/>
        </p:nvSpPr>
        <p:spPr>
          <a:xfrm>
            <a:off x="8143318" y="243550"/>
            <a:ext cx="727148" cy="772310"/>
          </a:xfrm>
          <a:prstGeom prst="roundRect">
            <a:avLst>
              <a:gd name="adj" fmla="val 12500"/>
            </a:avLst>
          </a:prstGeom>
          <a:solidFill>
            <a:srgbClr val="2463EC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560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 animBg="1"/>
      <p:bldP spid="175" grpId="0" animBg="1"/>
      <p:bldP spid="176" grpId="0" animBg="1"/>
      <p:bldP spid="177" grpId="0" animBg="1"/>
      <p:bldP spid="17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376D6-CFE1-7F51-AC7A-4AA075C4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9A84D439-662E-26FF-A005-D2D420A24F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164461"/>
          </a:xfrm>
          <a:prstGeom prst="rect">
            <a:avLst/>
          </a:prstGeom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215ADDE0-67CF-E96D-293D-9ACDB8BCBD10}"/>
              </a:ext>
            </a:extLst>
          </p:cNvPr>
          <p:cNvSpPr/>
          <p:nvPr/>
        </p:nvSpPr>
        <p:spPr>
          <a:xfrm>
            <a:off x="4680271" y="2190287"/>
            <a:ext cx="2816942" cy="9479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33A09FC7-1FC1-41AA-F297-458FE47E92EE}"/>
              </a:ext>
            </a:extLst>
          </p:cNvPr>
          <p:cNvSpPr/>
          <p:nvPr/>
        </p:nvSpPr>
        <p:spPr>
          <a:xfrm>
            <a:off x="516834" y="409856"/>
            <a:ext cx="11264349" cy="1510862"/>
          </a:xfrm>
          <a:prstGeom prst="roundRect">
            <a:avLst>
              <a:gd name="adj" fmla="val 1250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827D12-52ED-8B17-D822-BBB4825C937C}"/>
              </a:ext>
            </a:extLst>
          </p:cNvPr>
          <p:cNvSpPr/>
          <p:nvPr/>
        </p:nvSpPr>
        <p:spPr>
          <a:xfrm>
            <a:off x="4322479" y="2190287"/>
            <a:ext cx="3532526" cy="775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687382"/>
                </a:solidFill>
              </a:rPr>
              <a:t>COFFEE BREAK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42FA0E-3385-6A3E-9815-4DF7808C1129}"/>
              </a:ext>
            </a:extLst>
          </p:cNvPr>
          <p:cNvSpPr/>
          <p:nvPr/>
        </p:nvSpPr>
        <p:spPr>
          <a:xfrm>
            <a:off x="2156822" y="881823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AI for Document Analysis Systems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63AB10-A13C-94E9-BA4B-72180EB9A44C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536EA496-70A4-8FAD-B411-F7D3350CE847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20" name="Freeform 46">
              <a:extLst>
                <a:ext uri="{FF2B5EF4-FFF2-40B4-BE49-F238E27FC236}">
                  <a16:creationId xmlns:a16="http://schemas.microsoft.com/office/drawing/2014/main" id="{01A509A4-E051-166C-7A57-4A4F38392162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21" name="Freeform 47">
              <a:extLst>
                <a:ext uri="{FF2B5EF4-FFF2-40B4-BE49-F238E27FC236}">
                  <a16:creationId xmlns:a16="http://schemas.microsoft.com/office/drawing/2014/main" id="{56BC4F5D-CF82-85F4-401E-8C9BAF0829DC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22" name="Freeform 48">
              <a:extLst>
                <a:ext uri="{FF2B5EF4-FFF2-40B4-BE49-F238E27FC236}">
                  <a16:creationId xmlns:a16="http://schemas.microsoft.com/office/drawing/2014/main" id="{BC5D8121-C940-F548-C3AA-FDD7094B42A5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2F5D812-454E-A08C-3972-A7C4C5385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sp>
        <p:nvSpPr>
          <p:cNvPr id="35" name="Text 6">
            <a:extLst>
              <a:ext uri="{FF2B5EF4-FFF2-40B4-BE49-F238E27FC236}">
                <a16:creationId xmlns:a16="http://schemas.microsoft.com/office/drawing/2014/main" id="{5876A833-AB6F-83C8-8582-52978D83C468}"/>
              </a:ext>
            </a:extLst>
          </p:cNvPr>
          <p:cNvSpPr/>
          <p:nvPr/>
        </p:nvSpPr>
        <p:spPr>
          <a:xfrm>
            <a:off x="631699" y="5534239"/>
            <a:ext cx="2396695" cy="780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87382"/>
                </a:solidFill>
              </a:rPr>
              <a:t>Ornella Vaccarelli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687382"/>
                </a:solidFill>
              </a:rPr>
              <a:t>Lead Scientist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87382"/>
                </a:solidFill>
              </a:rPr>
              <a:t>ornella.vaccarelli@hefr.ch</a:t>
            </a:r>
            <a:endParaRPr lang="en-US" sz="1200" dirty="0">
              <a:solidFill>
                <a:srgbClr val="687382"/>
              </a:solidFill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B1251A47-FAA4-8143-A363-564B3487091E}"/>
              </a:ext>
            </a:extLst>
          </p:cNvPr>
          <p:cNvSpPr/>
          <p:nvPr/>
        </p:nvSpPr>
        <p:spPr>
          <a:xfrm>
            <a:off x="3374258" y="5534239"/>
            <a:ext cx="2396695" cy="780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87382"/>
                </a:solidFill>
              </a:rPr>
              <a:t>Olivier </a:t>
            </a:r>
            <a:r>
              <a:rPr lang="en-US" sz="1400" b="1" dirty="0" err="1">
                <a:solidFill>
                  <a:srgbClr val="687382"/>
                </a:solidFill>
              </a:rPr>
              <a:t>D’Ancona</a:t>
            </a:r>
            <a:endParaRPr lang="en-US" sz="1400" b="1" dirty="0">
              <a:solidFill>
                <a:srgbClr val="687382"/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687382"/>
                </a:solidFill>
              </a:rPr>
              <a:t>PhD Student</a:t>
            </a:r>
          </a:p>
          <a:p>
            <a:pPr algn="ctr"/>
            <a:r>
              <a:rPr lang="en-US" sz="1200" dirty="0" err="1">
                <a:solidFill>
                  <a:srgbClr val="687382"/>
                </a:solidFill>
              </a:rPr>
              <a:t>olivier.dancona@hefr.ch</a:t>
            </a:r>
            <a:endParaRPr lang="en-US" sz="1200" dirty="0">
              <a:solidFill>
                <a:srgbClr val="687382"/>
              </a:solidFill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0CB90803-60B8-EFBD-EB8C-64DC1F2275DA}"/>
              </a:ext>
            </a:extLst>
          </p:cNvPr>
          <p:cNvSpPr/>
          <p:nvPr/>
        </p:nvSpPr>
        <p:spPr>
          <a:xfrm>
            <a:off x="9300055" y="5534240"/>
            <a:ext cx="2563034" cy="78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87382"/>
                </a:solidFill>
              </a:rPr>
              <a:t>Anna </a:t>
            </a:r>
            <a:r>
              <a:rPr lang="en-US" sz="1400" b="1" dirty="0" err="1">
                <a:solidFill>
                  <a:srgbClr val="687382"/>
                </a:solidFill>
              </a:rPr>
              <a:t>Scius</a:t>
            </a:r>
            <a:r>
              <a:rPr lang="en-US" sz="1400" b="1" dirty="0">
                <a:solidFill>
                  <a:srgbClr val="687382"/>
                </a:solidFill>
              </a:rPr>
              <a:t>-Bertrand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687382"/>
                </a:solidFill>
              </a:rPr>
              <a:t>Senior Researcher</a:t>
            </a:r>
          </a:p>
          <a:p>
            <a:pPr algn="ctr"/>
            <a:r>
              <a:rPr lang="en-US" sz="1200" dirty="0" err="1">
                <a:solidFill>
                  <a:srgbClr val="687382"/>
                </a:solidFill>
              </a:rPr>
              <a:t>anna.scius-bertrand@hefr.ch</a:t>
            </a:r>
            <a:endParaRPr lang="en-US" sz="1200" dirty="0">
              <a:solidFill>
                <a:srgbClr val="687382"/>
              </a:solidFill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85681879-A986-CDC9-012A-6E7121B25AEE}"/>
              </a:ext>
            </a:extLst>
          </p:cNvPr>
          <p:cNvSpPr/>
          <p:nvPr/>
        </p:nvSpPr>
        <p:spPr>
          <a:xfrm>
            <a:off x="6116817" y="5534239"/>
            <a:ext cx="2837373" cy="780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87382"/>
                </a:solidFill>
              </a:rPr>
              <a:t>Tim Hallyburton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687382"/>
                </a:solidFill>
              </a:rPr>
              <a:t>PhD Student</a:t>
            </a:r>
          </a:p>
          <a:p>
            <a:pPr algn="ctr"/>
            <a:r>
              <a:rPr lang="en-US" sz="1200" dirty="0" err="1">
                <a:solidFill>
                  <a:srgbClr val="687382"/>
                </a:solidFill>
              </a:rPr>
              <a:t>tim.hallyburton@tu-dortmund.de</a:t>
            </a:r>
            <a:endParaRPr lang="en-US" sz="1200" dirty="0">
              <a:solidFill>
                <a:srgbClr val="687382"/>
              </a:solidFill>
            </a:endParaRPr>
          </a:p>
        </p:txBody>
      </p:sp>
      <p:pic>
        <p:nvPicPr>
          <p:cNvPr id="34" name="Picture 6" descr="Ornella Vaccarelli – Research Data ...">
            <a:extLst>
              <a:ext uri="{FF2B5EF4-FFF2-40B4-BE49-F238E27FC236}">
                <a16:creationId xmlns:a16="http://schemas.microsoft.com/office/drawing/2014/main" id="{7FDAA2A1-632A-BE4F-9109-AD19664A6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368" y="4080740"/>
            <a:ext cx="1479004" cy="1479004"/>
          </a:xfrm>
          <a:prstGeom prst="rect">
            <a:avLst/>
          </a:prstGeom>
          <a:noFill/>
          <a:ln>
            <a:solidFill>
              <a:srgbClr val="D8E0E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 descr="Olivier D'ANCONA | PhD Student | Master of Science | HES-SO University of Applied Sciences and Arts Western Switzerland, Delémont | IAI - Institut d'Automatisation Industrielle | Research profile">
            <a:extLst>
              <a:ext uri="{FF2B5EF4-FFF2-40B4-BE49-F238E27FC236}">
                <a16:creationId xmlns:a16="http://schemas.microsoft.com/office/drawing/2014/main" id="{B8DDB564-6893-6C42-9D65-6710AB00C8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7740" y="4042685"/>
            <a:ext cx="1479004" cy="1479004"/>
          </a:xfrm>
          <a:prstGeom prst="rect">
            <a:avLst/>
          </a:prstGeom>
        </p:spPr>
      </p:pic>
      <p:pic>
        <p:nvPicPr>
          <p:cNvPr id="41" name="Picture 40" descr="Committees – ICDAR 2026">
            <a:extLst>
              <a:ext uri="{FF2B5EF4-FFF2-40B4-BE49-F238E27FC236}">
                <a16:creationId xmlns:a16="http://schemas.microsoft.com/office/drawing/2014/main" id="{11F26ABD-EEF1-4B1B-5224-8015452997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5315" t="14814" r="25060" b="9129"/>
          <a:stretch>
            <a:fillRect/>
          </a:stretch>
        </p:blipFill>
        <p:spPr>
          <a:xfrm>
            <a:off x="9813067" y="4055235"/>
            <a:ext cx="1537009" cy="1479004"/>
          </a:xfrm>
          <a:prstGeom prst="rect">
            <a:avLst/>
          </a:prstGeom>
        </p:spPr>
      </p:pic>
      <p:pic>
        <p:nvPicPr>
          <p:cNvPr id="44" name="Picture 43" descr="payloadcms | Tim Hallyburton">
            <a:extLst>
              <a:ext uri="{FF2B5EF4-FFF2-40B4-BE49-F238E27FC236}">
                <a16:creationId xmlns:a16="http://schemas.microsoft.com/office/drawing/2014/main" id="{7E0FA228-2E3C-00ED-400D-0166C0E9A7E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3517" y="4055235"/>
            <a:ext cx="1479004" cy="147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9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8">
            <a:extLst>
              <a:ext uri="{FF2B5EF4-FFF2-40B4-BE49-F238E27FC236}">
                <a16:creationId xmlns:a16="http://schemas.microsoft.com/office/drawing/2014/main" id="{A1DF5FF7-30B9-7DC5-6C3C-3D41464E1F26}"/>
              </a:ext>
            </a:extLst>
          </p:cNvPr>
          <p:cNvSpPr/>
          <p:nvPr/>
        </p:nvSpPr>
        <p:spPr>
          <a:xfrm>
            <a:off x="1818917" y="5677446"/>
            <a:ext cx="9015536" cy="536595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" name="Text 0"/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87383"/>
                </a:solidFill>
              </a:rPr>
              <a:t>PART 02 | AGENT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</a:p>
        </p:txBody>
      </p:sp>
      <p:sp>
        <p:nvSpPr>
          <p:cNvPr id="6" name="Text 4"/>
          <p:cNvSpPr/>
          <p:nvPr/>
        </p:nvSpPr>
        <p:spPr>
          <a:xfrm>
            <a:off x="694944" y="122529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687383"/>
                </a:solidFill>
              </a:rPr>
              <a:t>LLM-based system that can reason, choose tools, and act to complete a task. </a:t>
            </a:r>
            <a:endParaRPr lang="en-US" sz="116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B407FA5-A977-924C-B671-5F28D1B1C49B}"/>
              </a:ext>
            </a:extLst>
          </p:cNvPr>
          <p:cNvSpPr/>
          <p:nvPr/>
        </p:nvSpPr>
        <p:spPr>
          <a:xfrm>
            <a:off x="322828" y="1853196"/>
            <a:ext cx="1748322" cy="2829471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5A41DA-742F-2FBA-3CDF-BC6BD6B7D4A6}"/>
              </a:ext>
            </a:extLst>
          </p:cNvPr>
          <p:cNvSpPr/>
          <p:nvPr/>
        </p:nvSpPr>
        <p:spPr>
          <a:xfrm>
            <a:off x="906059" y="2218442"/>
            <a:ext cx="13213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User request</a:t>
            </a:r>
            <a:endParaRPr lang="en-US" sz="120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84134F8F-875A-C356-7CAF-005FE8F7C94A}"/>
              </a:ext>
            </a:extLst>
          </p:cNvPr>
          <p:cNvSpPr/>
          <p:nvPr/>
        </p:nvSpPr>
        <p:spPr>
          <a:xfrm>
            <a:off x="181061" y="2982356"/>
            <a:ext cx="1993392" cy="11344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87383"/>
                </a:solidFill>
              </a:rPr>
              <a:t>“Is my flight ticket reimbursable under HAL9000 policy?”</a:t>
            </a:r>
            <a:endParaRPr lang="en-US" sz="1200" i="1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963D0DCB-3733-5278-174E-7D9532126F35}"/>
              </a:ext>
            </a:extLst>
          </p:cNvPr>
          <p:cNvSpPr/>
          <p:nvPr/>
        </p:nvSpPr>
        <p:spPr>
          <a:xfrm>
            <a:off x="2328649" y="1853196"/>
            <a:ext cx="2241939" cy="350283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56AB735E-00CC-6D74-612B-F7A1933EA77D}"/>
              </a:ext>
            </a:extLst>
          </p:cNvPr>
          <p:cNvSpPr/>
          <p:nvPr/>
        </p:nvSpPr>
        <p:spPr>
          <a:xfrm>
            <a:off x="2976360" y="225959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Think &amp; plan</a:t>
            </a:r>
            <a:endParaRPr lang="en-US" sz="120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4255FA0F-8149-E356-4750-5D464B14F93D}"/>
              </a:ext>
            </a:extLst>
          </p:cNvPr>
          <p:cNvSpPr/>
          <p:nvPr/>
        </p:nvSpPr>
        <p:spPr>
          <a:xfrm>
            <a:off x="2441739" y="2737699"/>
            <a:ext cx="2108217" cy="3733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687382"/>
                </a:solidFill>
              </a:rPr>
              <a:t>Reason about the user needs </a:t>
            </a:r>
            <a:br>
              <a:rPr lang="en-US" sz="1100">
                <a:solidFill>
                  <a:srgbClr val="687382"/>
                </a:solidFill>
              </a:rPr>
            </a:br>
            <a:r>
              <a:rPr lang="en-US" sz="1100">
                <a:solidFill>
                  <a:srgbClr val="687382"/>
                </a:solidFill>
              </a:rPr>
              <a:t>and the internal knowledge</a:t>
            </a: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2F7A003E-DEB0-8AAD-3669-BA5418C3E1DF}"/>
              </a:ext>
            </a:extLst>
          </p:cNvPr>
          <p:cNvSpPr/>
          <p:nvPr/>
        </p:nvSpPr>
        <p:spPr>
          <a:xfrm>
            <a:off x="4828087" y="1853196"/>
            <a:ext cx="2241939" cy="350283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A9F3281A-50B4-5203-CD3E-7ACC8B646B69}"/>
              </a:ext>
            </a:extLst>
          </p:cNvPr>
          <p:cNvSpPr/>
          <p:nvPr/>
        </p:nvSpPr>
        <p:spPr>
          <a:xfrm>
            <a:off x="5628079" y="2263445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A34A"/>
                </a:solidFill>
              </a:rPr>
              <a:t>Act with tools</a:t>
            </a:r>
            <a:endParaRPr lang="en-US" sz="120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61FDF5C4-2132-99A3-CB62-14C62F3E4BEF}"/>
              </a:ext>
            </a:extLst>
          </p:cNvPr>
          <p:cNvSpPr/>
          <p:nvPr/>
        </p:nvSpPr>
        <p:spPr>
          <a:xfrm>
            <a:off x="7327525" y="1853196"/>
            <a:ext cx="2241939" cy="3502828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38" name="Graphic 37" descr="User with solid fill">
            <a:extLst>
              <a:ext uri="{FF2B5EF4-FFF2-40B4-BE49-F238E27FC236}">
                <a16:creationId xmlns:a16="http://schemas.microsoft.com/office/drawing/2014/main" id="{DC7A967E-4E26-5630-F5EB-34C69CD0F4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594" y="2095660"/>
            <a:ext cx="591867" cy="591867"/>
          </a:xfrm>
          <a:prstGeom prst="rect">
            <a:avLst/>
          </a:prstGeom>
        </p:spPr>
      </p:pic>
      <p:pic>
        <p:nvPicPr>
          <p:cNvPr id="39" name="Graphic 38" descr="Left Brain with solid fill">
            <a:extLst>
              <a:ext uri="{FF2B5EF4-FFF2-40B4-BE49-F238E27FC236}">
                <a16:creationId xmlns:a16="http://schemas.microsoft.com/office/drawing/2014/main" id="{BF7E2ED5-B5A9-CB68-8821-F2CFA9904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8856" y="2101788"/>
            <a:ext cx="591867" cy="591867"/>
          </a:xfrm>
          <a:prstGeom prst="rect">
            <a:avLst/>
          </a:prstGeom>
        </p:spPr>
      </p:pic>
      <p:pic>
        <p:nvPicPr>
          <p:cNvPr id="40" name="Graphic 39" descr="Tools with solid fill">
            <a:extLst>
              <a:ext uri="{FF2B5EF4-FFF2-40B4-BE49-F238E27FC236}">
                <a16:creationId xmlns:a16="http://schemas.microsoft.com/office/drawing/2014/main" id="{F681D2E4-8D6F-A556-4C05-1B4118989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7972" y="2095660"/>
            <a:ext cx="591867" cy="591867"/>
          </a:xfrm>
          <a:prstGeom prst="rect">
            <a:avLst/>
          </a:prstGeom>
        </p:spPr>
      </p:pic>
      <p:pic>
        <p:nvPicPr>
          <p:cNvPr id="59" name="Graphic 58" descr="Badge 1 with solid fill">
            <a:extLst>
              <a:ext uri="{FF2B5EF4-FFF2-40B4-BE49-F238E27FC236}">
                <a16:creationId xmlns:a16="http://schemas.microsoft.com/office/drawing/2014/main" id="{6F6B2890-7E37-9F63-2E23-46ABD4B62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061" y="1737907"/>
            <a:ext cx="283534" cy="283533"/>
          </a:xfrm>
          <a:prstGeom prst="rect">
            <a:avLst/>
          </a:prstGeom>
        </p:spPr>
      </p:pic>
      <p:pic>
        <p:nvPicPr>
          <p:cNvPr id="60" name="Graphic 59" descr="Badge with solid fill">
            <a:extLst>
              <a:ext uri="{FF2B5EF4-FFF2-40B4-BE49-F238E27FC236}">
                <a16:creationId xmlns:a16="http://schemas.microsoft.com/office/drawing/2014/main" id="{75198C3F-1CAA-D4E9-9C1D-E4D9CFDA5A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1336" y="1737906"/>
            <a:ext cx="283534" cy="283534"/>
          </a:xfrm>
          <a:prstGeom prst="rect">
            <a:avLst/>
          </a:prstGeom>
        </p:spPr>
      </p:pic>
      <p:pic>
        <p:nvPicPr>
          <p:cNvPr id="61" name="Graphic 60" descr="Badge 3 with solid fill">
            <a:extLst>
              <a:ext uri="{FF2B5EF4-FFF2-40B4-BE49-F238E27FC236}">
                <a16:creationId xmlns:a16="http://schemas.microsoft.com/office/drawing/2014/main" id="{3E723717-3898-B406-E5CE-7E3095EB7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6320" y="1737907"/>
            <a:ext cx="283534" cy="283533"/>
          </a:xfrm>
          <a:prstGeom prst="rect">
            <a:avLst/>
          </a:prstGeom>
        </p:spPr>
      </p:pic>
      <p:pic>
        <p:nvPicPr>
          <p:cNvPr id="62" name="Graphic 61" descr="Badge 4 with solid fill">
            <a:extLst>
              <a:ext uri="{FF2B5EF4-FFF2-40B4-BE49-F238E27FC236}">
                <a16:creationId xmlns:a16="http://schemas.microsoft.com/office/drawing/2014/main" id="{B1C1014A-8F35-F70A-087A-FE8DA7EA5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5758" y="1737907"/>
            <a:ext cx="283534" cy="283533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254DBB-221E-6C13-884F-F364D836F855}"/>
              </a:ext>
            </a:extLst>
          </p:cNvPr>
          <p:cNvCxnSpPr>
            <a:cxnSpLocks/>
          </p:cNvCxnSpPr>
          <p:nvPr/>
        </p:nvCxnSpPr>
        <p:spPr>
          <a:xfrm>
            <a:off x="438912" y="2982356"/>
            <a:ext cx="1497274" cy="0"/>
          </a:xfrm>
          <a:prstGeom prst="line">
            <a:avLst/>
          </a:prstGeom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Shape 14">
            <a:extLst>
              <a:ext uri="{FF2B5EF4-FFF2-40B4-BE49-F238E27FC236}">
                <a16:creationId xmlns:a16="http://schemas.microsoft.com/office/drawing/2014/main" id="{98E37A88-0E01-AE01-019D-43E57B4A775F}"/>
              </a:ext>
            </a:extLst>
          </p:cNvPr>
          <p:cNvSpPr/>
          <p:nvPr/>
        </p:nvSpPr>
        <p:spPr>
          <a:xfrm>
            <a:off x="9826963" y="1853195"/>
            <a:ext cx="2241939" cy="3502829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66" name="Graphic 65" descr="Shield Tick with solid fill">
            <a:extLst>
              <a:ext uri="{FF2B5EF4-FFF2-40B4-BE49-F238E27FC236}">
                <a16:creationId xmlns:a16="http://schemas.microsoft.com/office/drawing/2014/main" id="{12C93EC2-77E3-5795-0F83-9410A7645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16416" y="2041894"/>
            <a:ext cx="591867" cy="591867"/>
          </a:xfrm>
          <a:prstGeom prst="rect">
            <a:avLst/>
          </a:prstGeom>
        </p:spPr>
      </p:pic>
      <p:pic>
        <p:nvPicPr>
          <p:cNvPr id="68" name="Graphic 67" descr="Left Brain with solid fill">
            <a:extLst>
              <a:ext uri="{FF2B5EF4-FFF2-40B4-BE49-F238E27FC236}">
                <a16:creationId xmlns:a16="http://schemas.microsoft.com/office/drawing/2014/main" id="{1453222B-ACED-9332-E04E-9D98612A0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2294" y="2064240"/>
            <a:ext cx="591867" cy="591867"/>
          </a:xfrm>
          <a:prstGeom prst="rect">
            <a:avLst/>
          </a:prstGeom>
        </p:spPr>
      </p:pic>
      <p:sp>
        <p:nvSpPr>
          <p:cNvPr id="69" name="Text 15">
            <a:extLst>
              <a:ext uri="{FF2B5EF4-FFF2-40B4-BE49-F238E27FC236}">
                <a16:creationId xmlns:a16="http://schemas.microsoft.com/office/drawing/2014/main" id="{4058167D-D7E0-76AB-C5A1-D9BC037CEC5E}"/>
              </a:ext>
            </a:extLst>
          </p:cNvPr>
          <p:cNvSpPr/>
          <p:nvPr/>
        </p:nvSpPr>
        <p:spPr>
          <a:xfrm>
            <a:off x="10563673" y="2107788"/>
            <a:ext cx="2029968" cy="591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580C"/>
                </a:solidFill>
              </a:rPr>
              <a:t>Answer with </a:t>
            </a:r>
            <a:br>
              <a:rPr lang="en-US" sz="1200" b="1">
                <a:solidFill>
                  <a:srgbClr val="EA580C"/>
                </a:solidFill>
              </a:rPr>
            </a:br>
            <a:r>
              <a:rPr lang="en-US" sz="1200" b="1">
                <a:solidFill>
                  <a:srgbClr val="EA580C"/>
                </a:solidFill>
              </a:rPr>
              <a:t>Evidence</a:t>
            </a:r>
            <a:endParaRPr lang="en-US" sz="120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FBFA1D44-D779-EE32-2A13-DB61E748BCAB}"/>
              </a:ext>
            </a:extLst>
          </p:cNvPr>
          <p:cNvSpPr/>
          <p:nvPr/>
        </p:nvSpPr>
        <p:spPr>
          <a:xfrm>
            <a:off x="7992510" y="2245297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Observe &amp; Think</a:t>
            </a:r>
            <a:endParaRPr lang="en-US" sz="1200"/>
          </a:p>
        </p:txBody>
      </p:sp>
      <p:sp>
        <p:nvSpPr>
          <p:cNvPr id="71" name="Shape 9">
            <a:extLst>
              <a:ext uri="{FF2B5EF4-FFF2-40B4-BE49-F238E27FC236}">
                <a16:creationId xmlns:a16="http://schemas.microsoft.com/office/drawing/2014/main" id="{658D1ECF-0B20-BFA2-6463-72B3A772556B}"/>
              </a:ext>
            </a:extLst>
          </p:cNvPr>
          <p:cNvSpPr/>
          <p:nvPr/>
        </p:nvSpPr>
        <p:spPr>
          <a:xfrm>
            <a:off x="2431952" y="3187708"/>
            <a:ext cx="2029968" cy="9974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CH">
              <a:latin typeface="Raleway" pitchFamily="2" charset="77"/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A1D2AE07-7785-63D4-B199-9B4B3E9E7DAE}"/>
              </a:ext>
            </a:extLst>
          </p:cNvPr>
          <p:cNvSpPr/>
          <p:nvPr/>
        </p:nvSpPr>
        <p:spPr>
          <a:xfrm>
            <a:off x="2468528" y="3215439"/>
            <a:ext cx="1993392" cy="969729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000" b="1">
                <a:solidFill>
                  <a:srgbClr val="687383"/>
                </a:solidFill>
              </a:rPr>
              <a:t>System prompt:</a:t>
            </a:r>
          </a:p>
          <a:p>
            <a:pPr marL="0" indent="0" algn="just">
              <a:buNone/>
            </a:pPr>
            <a:r>
              <a:rPr lang="en-US" sz="1000" i="1">
                <a:solidFill>
                  <a:srgbClr val="687383"/>
                </a:solidFill>
              </a:rPr>
              <a:t>“You are a helpful assistant. Use the available tools to answer the question accurately and provide supporting evidence.”</a:t>
            </a:r>
            <a:endParaRPr lang="en-US" sz="1000" i="1"/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729F6E5D-6759-FC60-F19D-CEE96C4CF905}"/>
              </a:ext>
            </a:extLst>
          </p:cNvPr>
          <p:cNvSpPr/>
          <p:nvPr/>
        </p:nvSpPr>
        <p:spPr>
          <a:xfrm>
            <a:off x="2431952" y="4316297"/>
            <a:ext cx="2029968" cy="705703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CH">
              <a:latin typeface="Raleway" pitchFamily="2" charset="77"/>
            </a:endParaRPr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8921451E-3051-7C76-B6AE-7AA760044E6E}"/>
              </a:ext>
            </a:extLst>
          </p:cNvPr>
          <p:cNvSpPr/>
          <p:nvPr/>
        </p:nvSpPr>
        <p:spPr>
          <a:xfrm>
            <a:off x="2468528" y="4344028"/>
            <a:ext cx="1993392" cy="633719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000" b="1">
                <a:solidFill>
                  <a:srgbClr val="687383"/>
                </a:solidFill>
              </a:rPr>
              <a:t>Context:</a:t>
            </a:r>
          </a:p>
          <a:p>
            <a:pPr marL="0" indent="0">
              <a:buNone/>
            </a:pPr>
            <a:r>
              <a:rPr lang="en-US" sz="1000" i="1">
                <a:solidFill>
                  <a:srgbClr val="687383"/>
                </a:solidFill>
              </a:rPr>
              <a:t>(User request, conversation history, uploaded documents…)</a:t>
            </a:r>
            <a:endParaRPr lang="en-US" sz="1000" i="1"/>
          </a:p>
        </p:txBody>
      </p:sp>
      <p:sp>
        <p:nvSpPr>
          <p:cNvPr id="75" name="Text 10">
            <a:extLst>
              <a:ext uri="{FF2B5EF4-FFF2-40B4-BE49-F238E27FC236}">
                <a16:creationId xmlns:a16="http://schemas.microsoft.com/office/drawing/2014/main" id="{88D7F975-2AA1-C203-AC99-C0F4A4A10DBC}"/>
              </a:ext>
            </a:extLst>
          </p:cNvPr>
          <p:cNvSpPr/>
          <p:nvPr/>
        </p:nvSpPr>
        <p:spPr>
          <a:xfrm>
            <a:off x="4934958" y="2738987"/>
            <a:ext cx="2108217" cy="3733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100">
                <a:solidFill>
                  <a:srgbClr val="687383"/>
                </a:solidFill>
              </a:rPr>
              <a:t>Chose the right tools</a:t>
            </a:r>
            <a:endParaRPr lang="en-US" sz="1100"/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2A6C411B-FA51-139A-606C-C6F8EE415D69}"/>
              </a:ext>
            </a:extLst>
          </p:cNvPr>
          <p:cNvSpPr/>
          <p:nvPr/>
        </p:nvSpPr>
        <p:spPr>
          <a:xfrm>
            <a:off x="4929621" y="3188996"/>
            <a:ext cx="2029968" cy="365067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US" sz="1200">
                <a:solidFill>
                  <a:srgbClr val="687382"/>
                </a:solidFill>
              </a:rPr>
              <a:t>Text extractor</a:t>
            </a:r>
            <a:endParaRPr lang="en-CH" sz="1200">
              <a:solidFill>
                <a:srgbClr val="687382"/>
              </a:solidFill>
            </a:endParaRPr>
          </a:p>
        </p:txBody>
      </p:sp>
      <p:pic>
        <p:nvPicPr>
          <p:cNvPr id="82" name="Graphic 81" descr="Badge 5 with solid fill">
            <a:extLst>
              <a:ext uri="{FF2B5EF4-FFF2-40B4-BE49-F238E27FC236}">
                <a16:creationId xmlns:a16="http://schemas.microsoft.com/office/drawing/2014/main" id="{14B66D83-B7AD-2266-1763-60AFFFACC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83573" y="1737906"/>
            <a:ext cx="283534" cy="283534"/>
          </a:xfrm>
          <a:prstGeom prst="rect">
            <a:avLst/>
          </a:prstGeom>
        </p:spPr>
      </p:pic>
      <p:sp>
        <p:nvSpPr>
          <p:cNvPr id="83" name="Shape 9">
            <a:extLst>
              <a:ext uri="{FF2B5EF4-FFF2-40B4-BE49-F238E27FC236}">
                <a16:creationId xmlns:a16="http://schemas.microsoft.com/office/drawing/2014/main" id="{3D1FF309-9434-16DD-5A9C-B785ACC0B322}"/>
              </a:ext>
            </a:extLst>
          </p:cNvPr>
          <p:cNvSpPr/>
          <p:nvPr/>
        </p:nvSpPr>
        <p:spPr>
          <a:xfrm>
            <a:off x="4929621" y="3678308"/>
            <a:ext cx="2029968" cy="365067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US" sz="1200">
                <a:solidFill>
                  <a:srgbClr val="687382"/>
                </a:solidFill>
              </a:rPr>
              <a:t>OCR extractor</a:t>
            </a:r>
            <a:endParaRPr lang="en-CH" sz="1200">
              <a:solidFill>
                <a:srgbClr val="687382"/>
              </a:solidFill>
            </a:endParaRPr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2681B0D3-D16A-32A1-AD64-15A16897ABE8}"/>
              </a:ext>
            </a:extLst>
          </p:cNvPr>
          <p:cNvSpPr/>
          <p:nvPr/>
        </p:nvSpPr>
        <p:spPr>
          <a:xfrm>
            <a:off x="4929621" y="4167620"/>
            <a:ext cx="2029968" cy="365067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US" sz="1200">
                <a:solidFill>
                  <a:srgbClr val="687382"/>
                </a:solidFill>
              </a:rPr>
              <a:t>Policy retrieval</a:t>
            </a:r>
            <a:endParaRPr lang="en-CH" sz="1200">
              <a:solidFill>
                <a:srgbClr val="687382"/>
              </a:solidFill>
            </a:endParaRPr>
          </a:p>
        </p:txBody>
      </p:sp>
      <p:sp>
        <p:nvSpPr>
          <p:cNvPr id="86" name="Shape 9">
            <a:extLst>
              <a:ext uri="{FF2B5EF4-FFF2-40B4-BE49-F238E27FC236}">
                <a16:creationId xmlns:a16="http://schemas.microsoft.com/office/drawing/2014/main" id="{BFEF60B4-8B91-A3C4-3042-1E83180482FA}"/>
              </a:ext>
            </a:extLst>
          </p:cNvPr>
          <p:cNvSpPr/>
          <p:nvPr/>
        </p:nvSpPr>
        <p:spPr>
          <a:xfrm>
            <a:off x="4929621" y="4656933"/>
            <a:ext cx="2029968" cy="365067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US" sz="1200">
                <a:solidFill>
                  <a:srgbClr val="687382"/>
                </a:solidFill>
              </a:rPr>
              <a:t>Web search</a:t>
            </a:r>
            <a:endParaRPr lang="en-CH" sz="1200">
              <a:solidFill>
                <a:srgbClr val="687382"/>
              </a:solidFill>
            </a:endParaRPr>
          </a:p>
        </p:txBody>
      </p:sp>
      <p:sp>
        <p:nvSpPr>
          <p:cNvPr id="87" name="Text 10">
            <a:extLst>
              <a:ext uri="{FF2B5EF4-FFF2-40B4-BE49-F238E27FC236}">
                <a16:creationId xmlns:a16="http://schemas.microsoft.com/office/drawing/2014/main" id="{BA061AF8-3017-9115-E10A-FC7B87954872}"/>
              </a:ext>
            </a:extLst>
          </p:cNvPr>
          <p:cNvSpPr/>
          <p:nvPr/>
        </p:nvSpPr>
        <p:spPr>
          <a:xfrm>
            <a:off x="7412941" y="2739729"/>
            <a:ext cx="2108217" cy="3733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687382"/>
                </a:solidFill>
              </a:rPr>
              <a:t>Loop over the user request and the output of the selected tools</a:t>
            </a:r>
          </a:p>
        </p:txBody>
      </p:sp>
      <p:sp>
        <p:nvSpPr>
          <p:cNvPr id="88" name="Shape 9">
            <a:extLst>
              <a:ext uri="{FF2B5EF4-FFF2-40B4-BE49-F238E27FC236}">
                <a16:creationId xmlns:a16="http://schemas.microsoft.com/office/drawing/2014/main" id="{23CB35AD-8F0D-38EF-1E41-A1723A5235B7}"/>
              </a:ext>
            </a:extLst>
          </p:cNvPr>
          <p:cNvSpPr/>
          <p:nvPr/>
        </p:nvSpPr>
        <p:spPr>
          <a:xfrm>
            <a:off x="7432716" y="3192903"/>
            <a:ext cx="2029968" cy="56409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CH">
              <a:latin typeface="Raleway" pitchFamily="2" charset="77"/>
            </a:endParaRP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5D2C2809-21B4-3F21-4A8D-CE9A22C85165}"/>
              </a:ext>
            </a:extLst>
          </p:cNvPr>
          <p:cNvSpPr/>
          <p:nvPr/>
        </p:nvSpPr>
        <p:spPr>
          <a:xfrm>
            <a:off x="7469292" y="3220635"/>
            <a:ext cx="1993392" cy="45767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000" b="1">
                <a:solidFill>
                  <a:srgbClr val="687383"/>
                </a:solidFill>
              </a:rPr>
              <a:t>Tool results:</a:t>
            </a:r>
          </a:p>
          <a:p>
            <a:pPr marL="0" indent="0" algn="just">
              <a:buNone/>
            </a:pPr>
            <a:r>
              <a:rPr lang="en-US" sz="1000">
                <a:solidFill>
                  <a:srgbClr val="687383"/>
                </a:solidFill>
              </a:rPr>
              <a:t>Output from the selected tools</a:t>
            </a:r>
            <a:endParaRPr lang="en-US" sz="1000"/>
          </a:p>
        </p:txBody>
      </p:sp>
      <p:sp>
        <p:nvSpPr>
          <p:cNvPr id="91" name="Shape 9">
            <a:extLst>
              <a:ext uri="{FF2B5EF4-FFF2-40B4-BE49-F238E27FC236}">
                <a16:creationId xmlns:a16="http://schemas.microsoft.com/office/drawing/2014/main" id="{64F56EA8-4182-EC13-BE3A-2B8DF2E5116E}"/>
              </a:ext>
            </a:extLst>
          </p:cNvPr>
          <p:cNvSpPr/>
          <p:nvPr/>
        </p:nvSpPr>
        <p:spPr>
          <a:xfrm>
            <a:off x="7432716" y="3881333"/>
            <a:ext cx="2029968" cy="868229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CH">
              <a:latin typeface="Raleway" pitchFamily="2" charset="77"/>
            </a:endParaRPr>
          </a:p>
        </p:txBody>
      </p:sp>
      <p:sp>
        <p:nvSpPr>
          <p:cNvPr id="92" name="Text 7">
            <a:extLst>
              <a:ext uri="{FF2B5EF4-FFF2-40B4-BE49-F238E27FC236}">
                <a16:creationId xmlns:a16="http://schemas.microsoft.com/office/drawing/2014/main" id="{7CE20888-BD0A-A45E-CAE7-13017F3D65FD}"/>
              </a:ext>
            </a:extLst>
          </p:cNvPr>
          <p:cNvSpPr/>
          <p:nvPr/>
        </p:nvSpPr>
        <p:spPr>
          <a:xfrm>
            <a:off x="7469292" y="3909065"/>
            <a:ext cx="1993392" cy="74786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b="1">
                <a:solidFill>
                  <a:srgbClr val="687383"/>
                </a:solidFill>
              </a:rPr>
              <a:t>Reasoning:</a:t>
            </a:r>
          </a:p>
          <a:p>
            <a:pPr marL="0" indent="0">
              <a:buNone/>
            </a:pPr>
            <a:r>
              <a:rPr lang="en-US" sz="1000">
                <a:solidFill>
                  <a:srgbClr val="687383"/>
                </a:solidFill>
              </a:rPr>
              <a:t>Evaluate results and decide next step based on the user requests and the updated context</a:t>
            </a:r>
            <a:endParaRPr lang="en-US" sz="1000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53AF115-AE98-FA7E-9F54-612EEBB483F1}"/>
              </a:ext>
            </a:extLst>
          </p:cNvPr>
          <p:cNvCxnSpPr>
            <a:cxnSpLocks/>
          </p:cNvCxnSpPr>
          <p:nvPr/>
        </p:nvCxnSpPr>
        <p:spPr>
          <a:xfrm>
            <a:off x="10009341" y="2982328"/>
            <a:ext cx="1882365" cy="28"/>
          </a:xfrm>
          <a:prstGeom prst="line">
            <a:avLst/>
          </a:prstGeom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54FD503F-5EDF-5BA0-EB73-3A6FFEC5B38B}"/>
              </a:ext>
            </a:extLst>
          </p:cNvPr>
          <p:cNvCxnSpPr>
            <a:stCxn id="32" idx="2"/>
            <a:endCxn id="26" idx="2"/>
          </p:cNvCxnSpPr>
          <p:nvPr/>
        </p:nvCxnSpPr>
        <p:spPr>
          <a:xfrm rot="5400000">
            <a:off x="5949056" y="2856587"/>
            <a:ext cx="2" cy="4998876"/>
          </a:xfrm>
          <a:prstGeom prst="bentConnector3">
            <a:avLst>
              <a:gd name="adj1" fmla="val 11430100000"/>
            </a:avLst>
          </a:prstGeom>
          <a:ln w="19050">
            <a:solidFill>
              <a:srgbClr val="D8E0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4B6B041-876E-6D77-59BC-D755454A4BB0}"/>
              </a:ext>
            </a:extLst>
          </p:cNvPr>
          <p:cNvCxnSpPr>
            <a:cxnSpLocks/>
          </p:cNvCxnSpPr>
          <p:nvPr/>
        </p:nvCxnSpPr>
        <p:spPr>
          <a:xfrm flipV="1">
            <a:off x="2071150" y="3258798"/>
            <a:ext cx="257499" cy="1"/>
          </a:xfrm>
          <a:prstGeom prst="straightConnector1">
            <a:avLst/>
          </a:prstGeom>
          <a:ln w="19050">
            <a:solidFill>
              <a:srgbClr val="D8E0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E475AA3-C4DC-B74B-7B7D-328040E0F1A5}"/>
              </a:ext>
            </a:extLst>
          </p:cNvPr>
          <p:cNvCxnSpPr>
            <a:cxnSpLocks/>
          </p:cNvCxnSpPr>
          <p:nvPr/>
        </p:nvCxnSpPr>
        <p:spPr>
          <a:xfrm flipV="1">
            <a:off x="4570588" y="3258798"/>
            <a:ext cx="257499" cy="1"/>
          </a:xfrm>
          <a:prstGeom prst="straightConnector1">
            <a:avLst/>
          </a:prstGeom>
          <a:ln w="19050">
            <a:solidFill>
              <a:srgbClr val="D8E0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1BAB176-BDDB-B84D-22C0-391B5D7E92F9}"/>
              </a:ext>
            </a:extLst>
          </p:cNvPr>
          <p:cNvCxnSpPr>
            <a:cxnSpLocks/>
          </p:cNvCxnSpPr>
          <p:nvPr/>
        </p:nvCxnSpPr>
        <p:spPr>
          <a:xfrm flipV="1">
            <a:off x="7074896" y="3258798"/>
            <a:ext cx="257499" cy="1"/>
          </a:xfrm>
          <a:prstGeom prst="straightConnector1">
            <a:avLst/>
          </a:prstGeom>
          <a:ln w="19050">
            <a:solidFill>
              <a:srgbClr val="D8E0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F246930-4864-80A4-4E8F-2D985341F1C2}"/>
              </a:ext>
            </a:extLst>
          </p:cNvPr>
          <p:cNvCxnSpPr>
            <a:cxnSpLocks/>
          </p:cNvCxnSpPr>
          <p:nvPr/>
        </p:nvCxnSpPr>
        <p:spPr>
          <a:xfrm flipV="1">
            <a:off x="9569464" y="3258798"/>
            <a:ext cx="257499" cy="1"/>
          </a:xfrm>
          <a:prstGeom prst="straightConnector1">
            <a:avLst/>
          </a:prstGeom>
          <a:ln w="19050">
            <a:solidFill>
              <a:srgbClr val="D8E0E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Head with gears with solid fill">
            <a:extLst>
              <a:ext uri="{FF2B5EF4-FFF2-40B4-BE49-F238E27FC236}">
                <a16:creationId xmlns:a16="http://schemas.microsoft.com/office/drawing/2014/main" id="{F969B4E3-129F-8393-3DDD-1EE992C2F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44074" y="5728310"/>
            <a:ext cx="418283" cy="418282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782CFD96-7EB8-A29B-433D-276AD90E4352}"/>
              </a:ext>
            </a:extLst>
          </p:cNvPr>
          <p:cNvSpPr txBox="1"/>
          <p:nvPr/>
        </p:nvSpPr>
        <p:spPr>
          <a:xfrm>
            <a:off x="2262356" y="5814340"/>
            <a:ext cx="87974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687382"/>
                </a:solidFill>
              </a:rPr>
              <a:t>Agentic Loop: </a:t>
            </a:r>
            <a:r>
              <a:rPr lang="en-US" sz="1200" b="1">
                <a:solidFill>
                  <a:srgbClr val="7C3AED"/>
                </a:solidFill>
              </a:rPr>
              <a:t>Thought</a:t>
            </a:r>
            <a:r>
              <a:rPr lang="en-US" sz="1200">
                <a:solidFill>
                  <a:srgbClr val="7C3AED"/>
                </a:solidFill>
              </a:rPr>
              <a:t> (Reason about what to do) </a:t>
            </a:r>
            <a:r>
              <a:rPr lang="en-US" sz="1200">
                <a:solidFill>
                  <a:srgbClr val="687382"/>
                </a:solidFill>
              </a:rPr>
              <a:t>+</a:t>
            </a:r>
            <a:r>
              <a:rPr lang="en-US" sz="1200">
                <a:solidFill>
                  <a:srgbClr val="2563EB"/>
                </a:solidFill>
              </a:rPr>
              <a:t> </a:t>
            </a:r>
            <a:r>
              <a:rPr lang="en-US" sz="1200" b="1">
                <a:solidFill>
                  <a:srgbClr val="16A34A"/>
                </a:solidFill>
              </a:rPr>
              <a:t>Action</a:t>
            </a:r>
            <a:r>
              <a:rPr lang="en-US" sz="1200">
                <a:solidFill>
                  <a:srgbClr val="16A34A"/>
                </a:solidFill>
              </a:rPr>
              <a:t> (Use tools) </a:t>
            </a:r>
            <a:r>
              <a:rPr lang="en-US" sz="1200">
                <a:solidFill>
                  <a:srgbClr val="687382"/>
                </a:solidFill>
              </a:rPr>
              <a:t>+</a:t>
            </a:r>
            <a:r>
              <a:rPr lang="en-US" sz="1200">
                <a:solidFill>
                  <a:srgbClr val="2563EB"/>
                </a:solidFill>
              </a:rPr>
              <a:t> </a:t>
            </a:r>
            <a:r>
              <a:rPr lang="en-US" sz="1200" b="1">
                <a:solidFill>
                  <a:srgbClr val="7C3AED"/>
                </a:solidFill>
              </a:rPr>
              <a:t>Observation</a:t>
            </a:r>
            <a:r>
              <a:rPr lang="en-US" sz="1200">
                <a:solidFill>
                  <a:srgbClr val="7C3AED"/>
                </a:solidFill>
              </a:rPr>
              <a:t> (Reflects on the response from the tool)</a:t>
            </a:r>
            <a:r>
              <a:rPr lang="en-US" sz="1200" b="1">
                <a:solidFill>
                  <a:srgbClr val="7C3AED"/>
                </a:solidFill>
              </a:rPr>
              <a:t> </a:t>
            </a:r>
            <a:endParaRPr lang="en-CH" sz="1200" b="1">
              <a:solidFill>
                <a:srgbClr val="7C3AED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C4F5F1-86E8-9D9B-E79F-BCF44DE37D06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7A450ADD-4C11-422B-7A4C-AB2DDF0E0AF1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31" name="Freeform 46">
              <a:extLst>
                <a:ext uri="{FF2B5EF4-FFF2-40B4-BE49-F238E27FC236}">
                  <a16:creationId xmlns:a16="http://schemas.microsoft.com/office/drawing/2014/main" id="{C2644541-07B5-E12F-22BB-63D9769EB20B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33" name="Freeform 47">
              <a:extLst>
                <a:ext uri="{FF2B5EF4-FFF2-40B4-BE49-F238E27FC236}">
                  <a16:creationId xmlns:a16="http://schemas.microsoft.com/office/drawing/2014/main" id="{256AA6B4-840D-1AAE-23F2-43E03B03DEAF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34" name="Freeform 48">
              <a:extLst>
                <a:ext uri="{FF2B5EF4-FFF2-40B4-BE49-F238E27FC236}">
                  <a16:creationId xmlns:a16="http://schemas.microsoft.com/office/drawing/2014/main" id="{A23D6236-F318-4A98-B040-038442E77AB1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EF2854E-0545-0DC2-D3F4-34D5715E2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sp>
        <p:nvSpPr>
          <p:cNvPr id="36" name="Shape 4">
            <a:extLst>
              <a:ext uri="{FF2B5EF4-FFF2-40B4-BE49-F238E27FC236}">
                <a16:creationId xmlns:a16="http://schemas.microsoft.com/office/drawing/2014/main" id="{B67697BF-8BF9-CED5-E17D-2CB2E8E372FE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pic>
        <p:nvPicPr>
          <p:cNvPr id="37" name="Graphic 36" descr="Brain with solid fill">
            <a:extLst>
              <a:ext uri="{FF2B5EF4-FFF2-40B4-BE49-F238E27FC236}">
                <a16:creationId xmlns:a16="http://schemas.microsoft.com/office/drawing/2014/main" id="{1621E9A2-3CAC-706C-A6D0-5087CE2832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41" name="Graphic 40" descr="Database with solid fill">
            <a:extLst>
              <a:ext uri="{FF2B5EF4-FFF2-40B4-BE49-F238E27FC236}">
                <a16:creationId xmlns:a16="http://schemas.microsoft.com/office/drawing/2014/main" id="{218B7162-2E0B-D80C-0FB7-25695F8753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42" name="Shape 17">
            <a:extLst>
              <a:ext uri="{FF2B5EF4-FFF2-40B4-BE49-F238E27FC236}">
                <a16:creationId xmlns:a16="http://schemas.microsoft.com/office/drawing/2014/main" id="{321E40C4-6987-EDC6-CDF2-2273EAEAA232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C9ECFAB2-F6A6-E626-06C5-1EFD34091B1B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7E903BFE-872C-AEBC-377C-A4F2AA5D2E9D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144CA3-41EE-E6B6-54B3-7C1C99524521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B1394E-2C69-2519-AD3D-6E02F2A43C07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8C1B61-6B38-FDED-88B3-0EFECCEEBB47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64" name="Graphic 63" descr="Shield Tick with solid fill">
            <a:extLst>
              <a:ext uri="{FF2B5EF4-FFF2-40B4-BE49-F238E27FC236}">
                <a16:creationId xmlns:a16="http://schemas.microsoft.com/office/drawing/2014/main" id="{BDEAB84A-A511-32E2-6C83-8ADF3438B9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67" name="Shape 17">
            <a:extLst>
              <a:ext uri="{FF2B5EF4-FFF2-40B4-BE49-F238E27FC236}">
                <a16:creationId xmlns:a16="http://schemas.microsoft.com/office/drawing/2014/main" id="{2F2BF1DB-C472-116B-8AB9-414DEC2F5A43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DE2571-3DED-8119-F321-89819D117C8C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78" name="Graphic 77" descr="Circles with lines with solid fill">
            <a:extLst>
              <a:ext uri="{FF2B5EF4-FFF2-40B4-BE49-F238E27FC236}">
                <a16:creationId xmlns:a16="http://schemas.microsoft.com/office/drawing/2014/main" id="{89A0BAFB-C570-601D-9E98-6E9B0052EE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79" name="Graphic 78" descr="Head with gears with solid fill">
            <a:extLst>
              <a:ext uri="{FF2B5EF4-FFF2-40B4-BE49-F238E27FC236}">
                <a16:creationId xmlns:a16="http://schemas.microsoft.com/office/drawing/2014/main" id="{59FC7D50-838C-C36A-230D-AB94608B8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7758DD89-2E0D-1786-04A4-7817A862C760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sp>
        <p:nvSpPr>
          <p:cNvPr id="81" name="Shape 0">
            <a:extLst>
              <a:ext uri="{FF2B5EF4-FFF2-40B4-BE49-F238E27FC236}">
                <a16:creationId xmlns:a16="http://schemas.microsoft.com/office/drawing/2014/main" id="{C161BF9C-1329-7F41-E687-5370324C7663}"/>
              </a:ext>
            </a:extLst>
          </p:cNvPr>
          <p:cNvSpPr/>
          <p:nvPr/>
        </p:nvSpPr>
        <p:spPr>
          <a:xfrm>
            <a:off x="9219763" y="243550"/>
            <a:ext cx="727148" cy="772310"/>
          </a:xfrm>
          <a:prstGeom prst="roundRect">
            <a:avLst>
              <a:gd name="adj" fmla="val 12500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52726F-BC18-A996-2BA3-B823FCF9A76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33743" y="3132147"/>
            <a:ext cx="2058869" cy="20709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94944" y="122529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687383"/>
                </a:solidFill>
              </a:rPr>
              <a:t>Tools give the agent capabilities beyond the model</a:t>
            </a:r>
            <a:endParaRPr lang="en-US" sz="1160"/>
          </a:p>
        </p:txBody>
      </p:sp>
      <p:sp>
        <p:nvSpPr>
          <p:cNvPr id="7" name="Shape 5"/>
          <p:cNvSpPr/>
          <p:nvPr/>
        </p:nvSpPr>
        <p:spPr>
          <a:xfrm>
            <a:off x="822960" y="1828799"/>
            <a:ext cx="4145280" cy="2097533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73152" cy="20975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1042416" y="2011680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7212B"/>
                </a:solidFill>
              </a:rPr>
              <a:t>Definition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042415" y="2218944"/>
            <a:ext cx="3609097" cy="147952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/>
              <a:t>A tool is a function or service that the agent can call to get information or perform an action.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/>
              <a:t>The agent decides when to call which tool based on the user's request and available tools.</a:t>
            </a:r>
          </a:p>
        </p:txBody>
      </p:sp>
      <p:sp>
        <p:nvSpPr>
          <p:cNvPr id="11" name="Shape 9"/>
          <p:cNvSpPr/>
          <p:nvPr/>
        </p:nvSpPr>
        <p:spPr>
          <a:xfrm>
            <a:off x="5623561" y="1828798"/>
            <a:ext cx="6078287" cy="209753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5623562" y="1828798"/>
            <a:ext cx="73152" cy="20975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5843018" y="2011678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7212B"/>
                </a:solidFill>
              </a:rPr>
              <a:t>Good tools</a:t>
            </a:r>
            <a:endParaRPr lang="en-US" sz="140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A4FA2EB2-973E-D49F-685C-8F1929A9282F}"/>
              </a:ext>
            </a:extLst>
          </p:cNvPr>
          <p:cNvSpPr/>
          <p:nvPr/>
        </p:nvSpPr>
        <p:spPr>
          <a:xfrm>
            <a:off x="5852161" y="2377438"/>
            <a:ext cx="5745478" cy="147952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Have clear, specific name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(e.g., search_relevant_context_from_HAL_9000_policy)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Have clear description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(When to use, what it does, what it returns)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Have a well-defined input scheme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(Parameters the model can fil)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Return structured, useful results 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(Help the agent to reason)</a:t>
            </a:r>
          </a:p>
        </p:txBody>
      </p:sp>
      <p:sp>
        <p:nvSpPr>
          <p:cNvPr id="54" name="Shape 5">
            <a:extLst>
              <a:ext uri="{FF2B5EF4-FFF2-40B4-BE49-F238E27FC236}">
                <a16:creationId xmlns:a16="http://schemas.microsoft.com/office/drawing/2014/main" id="{ACAB794A-B059-5A95-8212-0A81EDD21384}"/>
              </a:ext>
            </a:extLst>
          </p:cNvPr>
          <p:cNvSpPr/>
          <p:nvPr/>
        </p:nvSpPr>
        <p:spPr>
          <a:xfrm>
            <a:off x="896112" y="4369031"/>
            <a:ext cx="2331720" cy="1263665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69404948-1ADB-1BB5-C4EF-BC9762D8B850}"/>
              </a:ext>
            </a:extLst>
          </p:cNvPr>
          <p:cNvSpPr/>
          <p:nvPr/>
        </p:nvSpPr>
        <p:spPr>
          <a:xfrm>
            <a:off x="1042416" y="457020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C3AED"/>
                </a:solidFill>
              </a:rPr>
              <a:t>Think &amp; plan</a:t>
            </a:r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0E825984-AEC5-DBFC-E6E9-1FED90E76A63}"/>
              </a:ext>
            </a:extLst>
          </p:cNvPr>
          <p:cNvSpPr/>
          <p:nvPr/>
        </p:nvSpPr>
        <p:spPr>
          <a:xfrm>
            <a:off x="1060704" y="4871952"/>
            <a:ext cx="1993392" cy="6675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87383"/>
                </a:solidFill>
              </a:rPr>
              <a:t>Based on the user request and available tools the model decides to call a tool</a:t>
            </a:r>
            <a:endParaRPr lang="en-US" sz="1100"/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0D89A377-8672-2C2C-1A2A-C6FC35D7B4F8}"/>
              </a:ext>
            </a:extLst>
          </p:cNvPr>
          <p:cNvSpPr/>
          <p:nvPr/>
        </p:nvSpPr>
        <p:spPr>
          <a:xfrm>
            <a:off x="3593592" y="4369031"/>
            <a:ext cx="2331720" cy="1263663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6BF59164-BE09-A8F4-329C-191843E26DC4}"/>
              </a:ext>
            </a:extLst>
          </p:cNvPr>
          <p:cNvSpPr/>
          <p:nvPr/>
        </p:nvSpPr>
        <p:spPr>
          <a:xfrm>
            <a:off x="3739896" y="457020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563EB"/>
                </a:solidFill>
              </a:rPr>
              <a:t>Tool calling</a:t>
            </a:r>
            <a:endParaRPr lang="en-US" sz="120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E41D72BC-61FC-9AB9-65A4-E3F13698D2C7}"/>
              </a:ext>
            </a:extLst>
          </p:cNvPr>
          <p:cNvSpPr/>
          <p:nvPr/>
        </p:nvSpPr>
        <p:spPr>
          <a:xfrm>
            <a:off x="6291072" y="4369032"/>
            <a:ext cx="2331720" cy="1263662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49249314-A6C6-BE89-3898-D99ACD51DB3E}"/>
              </a:ext>
            </a:extLst>
          </p:cNvPr>
          <p:cNvSpPr/>
          <p:nvPr/>
        </p:nvSpPr>
        <p:spPr>
          <a:xfrm>
            <a:off x="6437376" y="457020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6A34A"/>
                </a:solidFill>
              </a:rPr>
              <a:t>Tool execution</a:t>
            </a:r>
            <a:endParaRPr lang="en-US" sz="1200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129DB0A1-AACA-F1F0-4170-0EA45E57486B}"/>
              </a:ext>
            </a:extLst>
          </p:cNvPr>
          <p:cNvSpPr/>
          <p:nvPr/>
        </p:nvSpPr>
        <p:spPr>
          <a:xfrm>
            <a:off x="8988552" y="4369031"/>
            <a:ext cx="2331720" cy="1263657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0BDAFF29-9B1E-4EA8-D6B9-B69B4524C782}"/>
              </a:ext>
            </a:extLst>
          </p:cNvPr>
          <p:cNvSpPr/>
          <p:nvPr/>
        </p:nvSpPr>
        <p:spPr>
          <a:xfrm>
            <a:off x="9134856" y="457020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A580C"/>
                </a:solidFill>
              </a:rPr>
              <a:t>Answer</a:t>
            </a:r>
            <a:endParaRPr lang="en-US" sz="1200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13F3628D-4D95-2AEE-EEB0-F4CBC6C6539A}"/>
              </a:ext>
            </a:extLst>
          </p:cNvPr>
          <p:cNvSpPr/>
          <p:nvPr/>
        </p:nvSpPr>
        <p:spPr>
          <a:xfrm>
            <a:off x="3234867" y="4976759"/>
            <a:ext cx="356616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67" name="Shape 18">
            <a:extLst>
              <a:ext uri="{FF2B5EF4-FFF2-40B4-BE49-F238E27FC236}">
                <a16:creationId xmlns:a16="http://schemas.microsoft.com/office/drawing/2014/main" id="{A9A3A863-5EB4-C301-412D-A638A5BF2089}"/>
              </a:ext>
            </a:extLst>
          </p:cNvPr>
          <p:cNvSpPr/>
          <p:nvPr/>
        </p:nvSpPr>
        <p:spPr>
          <a:xfrm>
            <a:off x="5932347" y="4976759"/>
            <a:ext cx="356616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C2FC3C0D-F3B0-4F40-507E-B719DC1669CC}"/>
              </a:ext>
            </a:extLst>
          </p:cNvPr>
          <p:cNvSpPr/>
          <p:nvPr/>
        </p:nvSpPr>
        <p:spPr>
          <a:xfrm>
            <a:off x="8629827" y="4976759"/>
            <a:ext cx="356616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DA2C9F74-3B00-B799-F7E9-93D332E0E467}"/>
              </a:ext>
            </a:extLst>
          </p:cNvPr>
          <p:cNvSpPr/>
          <p:nvPr/>
        </p:nvSpPr>
        <p:spPr>
          <a:xfrm>
            <a:off x="3758184" y="4871952"/>
            <a:ext cx="1993392" cy="6675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87383"/>
                </a:solidFill>
              </a:rPr>
              <a:t>The model call the selected tools</a:t>
            </a:r>
            <a:endParaRPr lang="en-US" sz="1100"/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id="{F83B577A-DF12-3E0E-01A4-7E4A3A44E001}"/>
              </a:ext>
            </a:extLst>
          </p:cNvPr>
          <p:cNvSpPr/>
          <p:nvPr/>
        </p:nvSpPr>
        <p:spPr>
          <a:xfrm>
            <a:off x="6455664" y="4871952"/>
            <a:ext cx="1993392" cy="6675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87383"/>
                </a:solidFill>
              </a:rPr>
              <a:t>The system runs the tool and returns the result</a:t>
            </a:r>
            <a:endParaRPr lang="en-US" sz="110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D2390915-519C-D862-A3CB-367788DDDC50}"/>
              </a:ext>
            </a:extLst>
          </p:cNvPr>
          <p:cNvSpPr/>
          <p:nvPr/>
        </p:nvSpPr>
        <p:spPr>
          <a:xfrm>
            <a:off x="9153144" y="4853664"/>
            <a:ext cx="1993392" cy="6675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87383"/>
                </a:solidFill>
              </a:rPr>
              <a:t>The results are added to the conversation. The model uses them to produce an answer</a:t>
            </a:r>
            <a:endParaRPr lang="en-US" sz="11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1DA72E-070B-2CCE-81B6-54B353B6D82D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CD8DE1EA-49F5-F161-B902-516B631868B0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14" name="Freeform 46">
              <a:extLst>
                <a:ext uri="{FF2B5EF4-FFF2-40B4-BE49-F238E27FC236}">
                  <a16:creationId xmlns:a16="http://schemas.microsoft.com/office/drawing/2014/main" id="{604A90DF-365D-9FD9-09BE-5AF82DDFEE00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15" name="Freeform 47">
              <a:extLst>
                <a:ext uri="{FF2B5EF4-FFF2-40B4-BE49-F238E27FC236}">
                  <a16:creationId xmlns:a16="http://schemas.microsoft.com/office/drawing/2014/main" id="{F9B0F907-A080-8B91-413C-A0B1AB742614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16" name="Freeform 48">
              <a:extLst>
                <a:ext uri="{FF2B5EF4-FFF2-40B4-BE49-F238E27FC236}">
                  <a16:creationId xmlns:a16="http://schemas.microsoft.com/office/drawing/2014/main" id="{AB0FE0C3-A926-B172-DEE9-290579DE410F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F807FDE-03E2-5031-FB62-1C2BDFF3F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sp>
        <p:nvSpPr>
          <p:cNvPr id="18" name="Shape 4">
            <a:extLst>
              <a:ext uri="{FF2B5EF4-FFF2-40B4-BE49-F238E27FC236}">
                <a16:creationId xmlns:a16="http://schemas.microsoft.com/office/drawing/2014/main" id="{59204A69-AD18-A341-E663-427B6E232DE6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pic>
        <p:nvPicPr>
          <p:cNvPr id="19" name="Graphic 18" descr="Brain with solid fill">
            <a:extLst>
              <a:ext uri="{FF2B5EF4-FFF2-40B4-BE49-F238E27FC236}">
                <a16:creationId xmlns:a16="http://schemas.microsoft.com/office/drawing/2014/main" id="{6FD59851-BF10-816E-3246-09B1B18B9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20" name="Graphic 19" descr="Database with solid fill">
            <a:extLst>
              <a:ext uri="{FF2B5EF4-FFF2-40B4-BE49-F238E27FC236}">
                <a16:creationId xmlns:a16="http://schemas.microsoft.com/office/drawing/2014/main" id="{78FC9E3C-4CAA-5F4B-2904-58F194300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21" name="Shape 17">
            <a:extLst>
              <a:ext uri="{FF2B5EF4-FFF2-40B4-BE49-F238E27FC236}">
                <a16:creationId xmlns:a16="http://schemas.microsoft.com/office/drawing/2014/main" id="{AD23F8AA-8811-2DEA-21BB-61AD330A7A06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5518B6B2-B373-4722-44A8-659CB3AC06FB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C2F71CDC-DE10-83FF-15F5-7FAA6E82B0B5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EC34EA-DF47-D239-2B70-6E09BC27D8DE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9F505B-E5DA-FFE0-7FE4-A41C96119365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6CDF19-8810-58EA-3A5E-A0164BE87E13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62" name="Graphic 61" descr="Shield Tick with solid fill">
            <a:extLst>
              <a:ext uri="{FF2B5EF4-FFF2-40B4-BE49-F238E27FC236}">
                <a16:creationId xmlns:a16="http://schemas.microsoft.com/office/drawing/2014/main" id="{318F3D5C-1777-70FF-CFDF-FCF8DE788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65" name="Shape 17">
            <a:extLst>
              <a:ext uri="{FF2B5EF4-FFF2-40B4-BE49-F238E27FC236}">
                <a16:creationId xmlns:a16="http://schemas.microsoft.com/office/drawing/2014/main" id="{1CABB0F9-03F4-1537-42F2-3DD7CE4E8FC4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CF7A03-BC7C-463B-0C1D-505E9FFC5AA5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73" name="Graphic 72" descr="Circles with lines with solid fill">
            <a:extLst>
              <a:ext uri="{FF2B5EF4-FFF2-40B4-BE49-F238E27FC236}">
                <a16:creationId xmlns:a16="http://schemas.microsoft.com/office/drawing/2014/main" id="{AF860869-6FD2-6579-4CA2-E23E86DDEE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74" name="Graphic 73" descr="Head with gears with solid fill">
            <a:extLst>
              <a:ext uri="{FF2B5EF4-FFF2-40B4-BE49-F238E27FC236}">
                <a16:creationId xmlns:a16="http://schemas.microsoft.com/office/drawing/2014/main" id="{FAB07562-38A1-9502-6260-F97196BF1D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1EAAE4D4-FDCC-D422-4112-DA7481FA887A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sp>
        <p:nvSpPr>
          <p:cNvPr id="76" name="Shape 0">
            <a:extLst>
              <a:ext uri="{FF2B5EF4-FFF2-40B4-BE49-F238E27FC236}">
                <a16:creationId xmlns:a16="http://schemas.microsoft.com/office/drawing/2014/main" id="{5EE7353B-ACF6-2D4B-A674-E41E4DA13DC5}"/>
              </a:ext>
            </a:extLst>
          </p:cNvPr>
          <p:cNvSpPr/>
          <p:nvPr/>
        </p:nvSpPr>
        <p:spPr>
          <a:xfrm>
            <a:off x="9219763" y="243550"/>
            <a:ext cx="727148" cy="772310"/>
          </a:xfrm>
          <a:prstGeom prst="roundRect">
            <a:avLst>
              <a:gd name="adj" fmla="val 12500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  <p:sp>
        <p:nvSpPr>
          <p:cNvPr id="77" name="Text 0">
            <a:extLst>
              <a:ext uri="{FF2B5EF4-FFF2-40B4-BE49-F238E27FC236}">
                <a16:creationId xmlns:a16="http://schemas.microsoft.com/office/drawing/2014/main" id="{FEB55E55-63E6-2A16-CF0E-779A1492BCA3}"/>
              </a:ext>
            </a:extLst>
          </p:cNvPr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87383"/>
                </a:solidFill>
              </a:rPr>
              <a:t>PART 02 | AGENT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87383"/>
                </a:solidFill>
              </a:rPr>
              <a:t>PART 02 | MCP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Context Protocol (MCP)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94944" y="122529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687383"/>
                </a:solidFill>
              </a:rPr>
              <a:t>Connect Tools Through a Standard Protocol</a:t>
            </a:r>
            <a:endParaRPr lang="en-US" sz="1160"/>
          </a:p>
        </p:txBody>
      </p:sp>
      <p:sp>
        <p:nvSpPr>
          <p:cNvPr id="54" name="Shape 5">
            <a:extLst>
              <a:ext uri="{FF2B5EF4-FFF2-40B4-BE49-F238E27FC236}">
                <a16:creationId xmlns:a16="http://schemas.microsoft.com/office/drawing/2014/main" id="{36BA034C-71A2-90DC-D217-F120312CF846}"/>
              </a:ext>
            </a:extLst>
          </p:cNvPr>
          <p:cNvSpPr/>
          <p:nvPr/>
        </p:nvSpPr>
        <p:spPr>
          <a:xfrm>
            <a:off x="822960" y="1828799"/>
            <a:ext cx="2923130" cy="4372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0B80EDF6-372E-48CE-7F57-06890C3595F5}"/>
              </a:ext>
            </a:extLst>
          </p:cNvPr>
          <p:cNvSpPr/>
          <p:nvPr/>
        </p:nvSpPr>
        <p:spPr>
          <a:xfrm>
            <a:off x="822960" y="1828799"/>
            <a:ext cx="73152" cy="4372479"/>
          </a:xfrm>
          <a:prstGeom prst="rect">
            <a:avLst/>
          </a:prstGeom>
          <a:solidFill>
            <a:srgbClr val="16A34A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89096BF8-3B33-1584-F6C1-A0800C4583B4}"/>
              </a:ext>
            </a:extLst>
          </p:cNvPr>
          <p:cNvSpPr/>
          <p:nvPr/>
        </p:nvSpPr>
        <p:spPr>
          <a:xfrm>
            <a:off x="1042416" y="2011680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7212B"/>
                </a:solidFill>
              </a:rPr>
              <a:t>Definition</a:t>
            </a:r>
            <a:endParaRPr lang="en-US" sz="1400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56E768F0-68E9-0A28-4E07-796C7E7E32BD}"/>
              </a:ext>
            </a:extLst>
          </p:cNvPr>
          <p:cNvSpPr/>
          <p:nvPr/>
        </p:nvSpPr>
        <p:spPr>
          <a:xfrm>
            <a:off x="1042416" y="2340865"/>
            <a:ext cx="2549068" cy="86106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algn="just"/>
            <a:r>
              <a:rPr lang="en-US" sz="1200"/>
              <a:t>Open standard that allows AI applications (clients) to discover and use tools provided by external servers in a secure, consistent way,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66EBAE8-931A-21BE-8ECC-373A68FA0D28}"/>
              </a:ext>
            </a:extLst>
          </p:cNvPr>
          <p:cNvCxnSpPr>
            <a:cxnSpLocks/>
          </p:cNvCxnSpPr>
          <p:nvPr/>
        </p:nvCxnSpPr>
        <p:spPr>
          <a:xfrm>
            <a:off x="896112" y="3318879"/>
            <a:ext cx="2849978" cy="0"/>
          </a:xfrm>
          <a:prstGeom prst="line">
            <a:avLst/>
          </a:prstGeom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 7">
            <a:extLst>
              <a:ext uri="{FF2B5EF4-FFF2-40B4-BE49-F238E27FC236}">
                <a16:creationId xmlns:a16="http://schemas.microsoft.com/office/drawing/2014/main" id="{CAF1BDCC-DA93-FD4C-55DA-AF9B76AD2696}"/>
              </a:ext>
            </a:extLst>
          </p:cNvPr>
          <p:cNvSpPr/>
          <p:nvPr/>
        </p:nvSpPr>
        <p:spPr>
          <a:xfrm>
            <a:off x="1574060" y="3465017"/>
            <a:ext cx="2017424" cy="50269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1">
                <a:solidFill>
                  <a:srgbClr val="16A34A"/>
                </a:solidFill>
              </a:rPr>
              <a:t>Reuse: </a:t>
            </a:r>
            <a:r>
              <a:rPr lang="en-US" sz="1200">
                <a:solidFill>
                  <a:srgbClr val="16A34A"/>
                </a:solidFill>
              </a:rPr>
              <a:t>Build once, use in many agents</a:t>
            </a:r>
          </a:p>
        </p:txBody>
      </p:sp>
      <p:sp>
        <p:nvSpPr>
          <p:cNvPr id="91" name="Text 7">
            <a:extLst>
              <a:ext uri="{FF2B5EF4-FFF2-40B4-BE49-F238E27FC236}">
                <a16:creationId xmlns:a16="http://schemas.microsoft.com/office/drawing/2014/main" id="{F2593B25-6F63-AF8F-3375-0017DA771A1C}"/>
              </a:ext>
            </a:extLst>
          </p:cNvPr>
          <p:cNvSpPr/>
          <p:nvPr/>
        </p:nvSpPr>
        <p:spPr>
          <a:xfrm>
            <a:off x="1574060" y="4115924"/>
            <a:ext cx="2017424" cy="50269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1">
                <a:solidFill>
                  <a:srgbClr val="16A34A"/>
                </a:solidFill>
              </a:rPr>
              <a:t>Secure: </a:t>
            </a:r>
            <a:r>
              <a:rPr lang="en-US" sz="1200">
                <a:solidFill>
                  <a:srgbClr val="16A34A"/>
                </a:solidFill>
              </a:rPr>
              <a:t>Controlled and centralized management </a:t>
            </a:r>
          </a:p>
        </p:txBody>
      </p:sp>
      <p:sp>
        <p:nvSpPr>
          <p:cNvPr id="92" name="Text 7">
            <a:extLst>
              <a:ext uri="{FF2B5EF4-FFF2-40B4-BE49-F238E27FC236}">
                <a16:creationId xmlns:a16="http://schemas.microsoft.com/office/drawing/2014/main" id="{8E4F0E98-F903-E3E9-CD26-B2F6B1C0AF79}"/>
              </a:ext>
            </a:extLst>
          </p:cNvPr>
          <p:cNvSpPr/>
          <p:nvPr/>
        </p:nvSpPr>
        <p:spPr>
          <a:xfrm>
            <a:off x="1574060" y="5532036"/>
            <a:ext cx="2017424" cy="50269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1">
                <a:solidFill>
                  <a:srgbClr val="16A34A"/>
                </a:solidFill>
              </a:rPr>
              <a:t>Scalability: </a:t>
            </a:r>
            <a:r>
              <a:rPr lang="en-US" sz="1200">
                <a:solidFill>
                  <a:srgbClr val="16A34A"/>
                </a:solidFill>
              </a:rPr>
              <a:t>Add/Update tools without changing the client</a:t>
            </a:r>
          </a:p>
        </p:txBody>
      </p:sp>
      <p:pic>
        <p:nvPicPr>
          <p:cNvPr id="82" name="Graphic 81" descr="Network with solid fill">
            <a:extLst>
              <a:ext uri="{FF2B5EF4-FFF2-40B4-BE49-F238E27FC236}">
                <a16:creationId xmlns:a16="http://schemas.microsoft.com/office/drawing/2014/main" id="{77E2BCC1-A891-5E5A-AE76-1A18F0B7D6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59" y="3514094"/>
            <a:ext cx="404534" cy="404536"/>
          </a:xfrm>
          <a:prstGeom prst="rect">
            <a:avLst/>
          </a:prstGeom>
        </p:spPr>
      </p:pic>
      <p:pic>
        <p:nvPicPr>
          <p:cNvPr id="84" name="Graphic 83" descr="Shield Tick with solid fill">
            <a:extLst>
              <a:ext uri="{FF2B5EF4-FFF2-40B4-BE49-F238E27FC236}">
                <a16:creationId xmlns:a16="http://schemas.microsoft.com/office/drawing/2014/main" id="{A7BB8A97-B07C-89A2-528D-DCBAAD6A7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59" y="4165001"/>
            <a:ext cx="404535" cy="404536"/>
          </a:xfrm>
          <a:prstGeom prst="rect">
            <a:avLst/>
          </a:prstGeom>
        </p:spPr>
      </p:pic>
      <p:pic>
        <p:nvPicPr>
          <p:cNvPr id="88" name="Graphic 87" descr="Rocket with solid fill">
            <a:extLst>
              <a:ext uri="{FF2B5EF4-FFF2-40B4-BE49-F238E27FC236}">
                <a16:creationId xmlns:a16="http://schemas.microsoft.com/office/drawing/2014/main" id="{A332D559-BB28-9440-2DCF-0F57BBD664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5575025"/>
            <a:ext cx="404535" cy="404535"/>
          </a:xfrm>
          <a:prstGeom prst="rect">
            <a:avLst/>
          </a:prstGeom>
        </p:spPr>
      </p:pic>
      <p:pic>
        <p:nvPicPr>
          <p:cNvPr id="86" name="Graphic 85" descr="Sign language with solid fill">
            <a:extLst>
              <a:ext uri="{FF2B5EF4-FFF2-40B4-BE49-F238E27FC236}">
                <a16:creationId xmlns:a16="http://schemas.microsoft.com/office/drawing/2014/main" id="{DF21C06B-90BB-6656-C632-4C4933558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59" y="4815908"/>
            <a:ext cx="404535" cy="404536"/>
          </a:xfrm>
          <a:prstGeom prst="rect">
            <a:avLst/>
          </a:prstGeom>
        </p:spPr>
      </p:pic>
      <p:sp>
        <p:nvSpPr>
          <p:cNvPr id="93" name="Text 7">
            <a:extLst>
              <a:ext uri="{FF2B5EF4-FFF2-40B4-BE49-F238E27FC236}">
                <a16:creationId xmlns:a16="http://schemas.microsoft.com/office/drawing/2014/main" id="{63E54E15-7C15-406F-641C-7AD783DF77E4}"/>
              </a:ext>
            </a:extLst>
          </p:cNvPr>
          <p:cNvSpPr/>
          <p:nvPr/>
        </p:nvSpPr>
        <p:spPr>
          <a:xfrm>
            <a:off x="1574060" y="4766831"/>
            <a:ext cx="2017424" cy="50269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200" b="1">
                <a:solidFill>
                  <a:srgbClr val="16A34A"/>
                </a:solidFill>
              </a:rPr>
              <a:t>Separation of concerns: </a:t>
            </a:r>
            <a:r>
              <a:rPr lang="en-US" sz="1200">
                <a:solidFill>
                  <a:srgbClr val="16A34A"/>
                </a:solidFill>
              </a:rPr>
              <a:t>Tools on separate servers; client focus on reasoning</a:t>
            </a:r>
          </a:p>
        </p:txBody>
      </p:sp>
      <p:sp>
        <p:nvSpPr>
          <p:cNvPr id="98" name="Shape 8">
            <a:extLst>
              <a:ext uri="{FF2B5EF4-FFF2-40B4-BE49-F238E27FC236}">
                <a16:creationId xmlns:a16="http://schemas.microsoft.com/office/drawing/2014/main" id="{967AA8D7-A85B-579C-2550-9D364E9BA305}"/>
              </a:ext>
            </a:extLst>
          </p:cNvPr>
          <p:cNvSpPr/>
          <p:nvPr/>
        </p:nvSpPr>
        <p:spPr>
          <a:xfrm>
            <a:off x="4056594" y="1828799"/>
            <a:ext cx="2241939" cy="350283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9" name="Shape 8">
            <a:extLst>
              <a:ext uri="{FF2B5EF4-FFF2-40B4-BE49-F238E27FC236}">
                <a16:creationId xmlns:a16="http://schemas.microsoft.com/office/drawing/2014/main" id="{4B9B4A17-7C27-9F70-016D-10E01DC9D5BF}"/>
              </a:ext>
            </a:extLst>
          </p:cNvPr>
          <p:cNvSpPr/>
          <p:nvPr/>
        </p:nvSpPr>
        <p:spPr>
          <a:xfrm>
            <a:off x="6882721" y="1829976"/>
            <a:ext cx="2241939" cy="350283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0" name="Shape 8">
            <a:extLst>
              <a:ext uri="{FF2B5EF4-FFF2-40B4-BE49-F238E27FC236}">
                <a16:creationId xmlns:a16="http://schemas.microsoft.com/office/drawing/2014/main" id="{45AB2FE5-E227-B9A4-7D1D-F2C6780C0865}"/>
              </a:ext>
            </a:extLst>
          </p:cNvPr>
          <p:cNvSpPr/>
          <p:nvPr/>
        </p:nvSpPr>
        <p:spPr>
          <a:xfrm>
            <a:off x="9708848" y="1849792"/>
            <a:ext cx="2241939" cy="3502830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1" name="Shape 8">
            <a:extLst>
              <a:ext uri="{FF2B5EF4-FFF2-40B4-BE49-F238E27FC236}">
                <a16:creationId xmlns:a16="http://schemas.microsoft.com/office/drawing/2014/main" id="{0F3D5194-6BCB-579E-1024-095A3F3C0E6B}"/>
              </a:ext>
            </a:extLst>
          </p:cNvPr>
          <p:cNvSpPr/>
          <p:nvPr/>
        </p:nvSpPr>
        <p:spPr>
          <a:xfrm>
            <a:off x="4050109" y="5532035"/>
            <a:ext cx="7900678" cy="651225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03" name="Graphic 102" descr="Server with solid fill">
            <a:extLst>
              <a:ext uri="{FF2B5EF4-FFF2-40B4-BE49-F238E27FC236}">
                <a16:creationId xmlns:a16="http://schemas.microsoft.com/office/drawing/2014/main" id="{745E00F8-E2D8-B018-688E-B11570040C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9272" y="1940181"/>
            <a:ext cx="414584" cy="414585"/>
          </a:xfrm>
          <a:prstGeom prst="rect">
            <a:avLst/>
          </a:prstGeom>
        </p:spPr>
      </p:pic>
      <p:pic>
        <p:nvPicPr>
          <p:cNvPr id="105" name="Graphic 104" descr="Laptop with solid fill">
            <a:extLst>
              <a:ext uri="{FF2B5EF4-FFF2-40B4-BE49-F238E27FC236}">
                <a16:creationId xmlns:a16="http://schemas.microsoft.com/office/drawing/2014/main" id="{CD88A8F2-3ED9-925F-24DF-F027B768D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21526" y="1939120"/>
            <a:ext cx="414584" cy="414585"/>
          </a:xfrm>
          <a:prstGeom prst="rect">
            <a:avLst/>
          </a:prstGeom>
        </p:spPr>
      </p:pic>
      <p:pic>
        <p:nvPicPr>
          <p:cNvPr id="107" name="Graphic 106" descr="Link with solid fill">
            <a:extLst>
              <a:ext uri="{FF2B5EF4-FFF2-40B4-BE49-F238E27FC236}">
                <a16:creationId xmlns:a16="http://schemas.microsoft.com/office/drawing/2014/main" id="{1B7FEC0B-3F74-CB52-9BE9-AE33AD086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399" y="1940181"/>
            <a:ext cx="414584" cy="414585"/>
          </a:xfrm>
          <a:prstGeom prst="rect">
            <a:avLst/>
          </a:prstGeom>
        </p:spPr>
      </p:pic>
      <p:sp>
        <p:nvSpPr>
          <p:cNvPr id="110" name="Text 9">
            <a:extLst>
              <a:ext uri="{FF2B5EF4-FFF2-40B4-BE49-F238E27FC236}">
                <a16:creationId xmlns:a16="http://schemas.microsoft.com/office/drawing/2014/main" id="{8140034F-7283-6F16-5590-79C559AA2473}"/>
              </a:ext>
            </a:extLst>
          </p:cNvPr>
          <p:cNvSpPr/>
          <p:nvPr/>
        </p:nvSpPr>
        <p:spPr>
          <a:xfrm>
            <a:off x="4616514" y="2020824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Client</a:t>
            </a:r>
            <a:endParaRPr lang="en-US" sz="1200"/>
          </a:p>
        </p:txBody>
      </p:sp>
      <p:sp>
        <p:nvSpPr>
          <p:cNvPr id="111" name="Text 9">
            <a:extLst>
              <a:ext uri="{FF2B5EF4-FFF2-40B4-BE49-F238E27FC236}">
                <a16:creationId xmlns:a16="http://schemas.microsoft.com/office/drawing/2014/main" id="{5B86B45D-8E34-4CDC-89E1-5346FD0317B4}"/>
              </a:ext>
            </a:extLst>
          </p:cNvPr>
          <p:cNvSpPr/>
          <p:nvPr/>
        </p:nvSpPr>
        <p:spPr>
          <a:xfrm>
            <a:off x="7405196" y="201687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A34A"/>
                </a:solidFill>
              </a:rPr>
              <a:t>MCP protocol</a:t>
            </a:r>
            <a:endParaRPr lang="en-US" sz="1200">
              <a:solidFill>
                <a:srgbClr val="16A34A"/>
              </a:solidFill>
            </a:endParaRPr>
          </a:p>
        </p:txBody>
      </p:sp>
      <p:sp>
        <p:nvSpPr>
          <p:cNvPr id="112" name="Text 9">
            <a:extLst>
              <a:ext uri="{FF2B5EF4-FFF2-40B4-BE49-F238E27FC236}">
                <a16:creationId xmlns:a16="http://schemas.microsoft.com/office/drawing/2014/main" id="{71C2B9A6-8CF9-125A-73F6-640276E8DA3F}"/>
              </a:ext>
            </a:extLst>
          </p:cNvPr>
          <p:cNvSpPr/>
          <p:nvPr/>
        </p:nvSpPr>
        <p:spPr>
          <a:xfrm>
            <a:off x="10321210" y="2016870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accent6">
                    <a:lumMod val="75000"/>
                  </a:schemeClr>
                </a:solidFill>
              </a:rPr>
              <a:t>MCP server</a:t>
            </a:r>
            <a:endParaRPr lang="en-US" sz="12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3" name="Text 10">
            <a:extLst>
              <a:ext uri="{FF2B5EF4-FFF2-40B4-BE49-F238E27FC236}">
                <a16:creationId xmlns:a16="http://schemas.microsoft.com/office/drawing/2014/main" id="{4248CA3C-8DF0-A3C5-22FA-2FF28EFB5FB0}"/>
              </a:ext>
            </a:extLst>
          </p:cNvPr>
          <p:cNvSpPr/>
          <p:nvPr/>
        </p:nvSpPr>
        <p:spPr>
          <a:xfrm>
            <a:off x="4169272" y="2513421"/>
            <a:ext cx="2108217" cy="3733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687382"/>
                </a:solidFill>
              </a:rPr>
              <a:t>AI application</a:t>
            </a:r>
          </a:p>
        </p:txBody>
      </p:sp>
      <p:sp>
        <p:nvSpPr>
          <p:cNvPr id="114" name="Text 10">
            <a:extLst>
              <a:ext uri="{FF2B5EF4-FFF2-40B4-BE49-F238E27FC236}">
                <a16:creationId xmlns:a16="http://schemas.microsoft.com/office/drawing/2014/main" id="{F51DE2B5-A8D0-E0F9-FC8B-F5821201FFB6}"/>
              </a:ext>
            </a:extLst>
          </p:cNvPr>
          <p:cNvSpPr/>
          <p:nvPr/>
        </p:nvSpPr>
        <p:spPr>
          <a:xfrm>
            <a:off x="7017169" y="2513421"/>
            <a:ext cx="2108217" cy="3733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687382"/>
                </a:solidFill>
              </a:rPr>
              <a:t>Standardized communication between client and server</a:t>
            </a:r>
          </a:p>
        </p:txBody>
      </p:sp>
      <p:sp>
        <p:nvSpPr>
          <p:cNvPr id="115" name="Text 10">
            <a:extLst>
              <a:ext uri="{FF2B5EF4-FFF2-40B4-BE49-F238E27FC236}">
                <a16:creationId xmlns:a16="http://schemas.microsoft.com/office/drawing/2014/main" id="{1B620F61-F721-E94C-FCC9-4C76A3C1D77D}"/>
              </a:ext>
            </a:extLst>
          </p:cNvPr>
          <p:cNvSpPr/>
          <p:nvPr/>
        </p:nvSpPr>
        <p:spPr>
          <a:xfrm>
            <a:off x="9821526" y="2513421"/>
            <a:ext cx="2108217" cy="37338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687382"/>
                </a:solidFill>
              </a:rPr>
              <a:t>Servers expose tools through an MCP endpoint</a:t>
            </a:r>
          </a:p>
        </p:txBody>
      </p:sp>
      <p:sp>
        <p:nvSpPr>
          <p:cNvPr id="116" name="Shape 9">
            <a:extLst>
              <a:ext uri="{FF2B5EF4-FFF2-40B4-BE49-F238E27FC236}">
                <a16:creationId xmlns:a16="http://schemas.microsoft.com/office/drawing/2014/main" id="{569EA415-7A39-C93E-CE48-D5A1A3C040D8}"/>
              </a:ext>
            </a:extLst>
          </p:cNvPr>
          <p:cNvSpPr/>
          <p:nvPr/>
        </p:nvSpPr>
        <p:spPr>
          <a:xfrm>
            <a:off x="4164523" y="3098757"/>
            <a:ext cx="1993392" cy="173213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CH">
              <a:latin typeface="Raleway" pitchFamily="2" charset="77"/>
            </a:endParaRPr>
          </a:p>
        </p:txBody>
      </p:sp>
      <p:sp>
        <p:nvSpPr>
          <p:cNvPr id="117" name="Text 7">
            <a:extLst>
              <a:ext uri="{FF2B5EF4-FFF2-40B4-BE49-F238E27FC236}">
                <a16:creationId xmlns:a16="http://schemas.microsoft.com/office/drawing/2014/main" id="{BE5B3094-6E26-1565-E7BA-D6770A18B991}"/>
              </a:ext>
            </a:extLst>
          </p:cNvPr>
          <p:cNvSpPr/>
          <p:nvPr/>
        </p:nvSpPr>
        <p:spPr>
          <a:xfrm>
            <a:off x="4201099" y="3126489"/>
            <a:ext cx="1993392" cy="154879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1000" b="1">
                <a:solidFill>
                  <a:srgbClr val="687383"/>
                </a:solidFill>
              </a:rPr>
              <a:t>Responsibilities: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87383"/>
                </a:solidFill>
              </a:rPr>
              <a:t>Discover available tools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87383"/>
                </a:solidFill>
              </a:rPr>
              <a:t>Choose the right tool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87383"/>
                </a:solidFill>
              </a:rPr>
              <a:t>Call the tool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87383"/>
                </a:solidFill>
              </a:rPr>
              <a:t>Use results</a:t>
            </a:r>
            <a:endParaRPr lang="en-US" sz="1000"/>
          </a:p>
        </p:txBody>
      </p:sp>
      <p:sp>
        <p:nvSpPr>
          <p:cNvPr id="118" name="Shape 9">
            <a:extLst>
              <a:ext uri="{FF2B5EF4-FFF2-40B4-BE49-F238E27FC236}">
                <a16:creationId xmlns:a16="http://schemas.microsoft.com/office/drawing/2014/main" id="{3F08D4F3-6EF2-87BB-B22B-686CE7CE81FA}"/>
              </a:ext>
            </a:extLst>
          </p:cNvPr>
          <p:cNvSpPr/>
          <p:nvPr/>
        </p:nvSpPr>
        <p:spPr>
          <a:xfrm>
            <a:off x="7051776" y="3116201"/>
            <a:ext cx="1913115" cy="446369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US" sz="1000" b="1">
                <a:solidFill>
                  <a:srgbClr val="687383"/>
                </a:solidFill>
              </a:rPr>
              <a:t>Discover: </a:t>
            </a:r>
            <a:r>
              <a:rPr lang="en-US" sz="1000">
                <a:solidFill>
                  <a:srgbClr val="687383"/>
                </a:solidFill>
              </a:rPr>
              <a:t>list tools</a:t>
            </a:r>
          </a:p>
        </p:txBody>
      </p:sp>
      <p:sp>
        <p:nvSpPr>
          <p:cNvPr id="120" name="Shape 9">
            <a:extLst>
              <a:ext uri="{FF2B5EF4-FFF2-40B4-BE49-F238E27FC236}">
                <a16:creationId xmlns:a16="http://schemas.microsoft.com/office/drawing/2014/main" id="{AAB6DB71-5409-CA0D-CB44-45B0638D5BE5}"/>
              </a:ext>
            </a:extLst>
          </p:cNvPr>
          <p:cNvSpPr/>
          <p:nvPr/>
        </p:nvSpPr>
        <p:spPr>
          <a:xfrm>
            <a:off x="7051775" y="3758923"/>
            <a:ext cx="1913115" cy="446369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US" sz="1000" b="1">
                <a:solidFill>
                  <a:srgbClr val="687383"/>
                </a:solidFill>
              </a:rPr>
              <a:t>Call: </a:t>
            </a:r>
            <a:r>
              <a:rPr lang="en-US" sz="1000">
                <a:solidFill>
                  <a:srgbClr val="687383"/>
                </a:solidFill>
              </a:rPr>
              <a:t>tools name, arguments</a:t>
            </a:r>
          </a:p>
        </p:txBody>
      </p:sp>
      <p:sp>
        <p:nvSpPr>
          <p:cNvPr id="121" name="Shape 9">
            <a:extLst>
              <a:ext uri="{FF2B5EF4-FFF2-40B4-BE49-F238E27FC236}">
                <a16:creationId xmlns:a16="http://schemas.microsoft.com/office/drawing/2014/main" id="{B811E233-A0E4-629C-3BA0-332AEE0971A2}"/>
              </a:ext>
            </a:extLst>
          </p:cNvPr>
          <p:cNvSpPr/>
          <p:nvPr/>
        </p:nvSpPr>
        <p:spPr>
          <a:xfrm>
            <a:off x="7056086" y="4384522"/>
            <a:ext cx="1913115" cy="446369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en-US" sz="1000" b="1">
                <a:solidFill>
                  <a:srgbClr val="687383"/>
                </a:solidFill>
              </a:rPr>
              <a:t>Result: </a:t>
            </a:r>
            <a:r>
              <a:rPr lang="en-US" sz="1000">
                <a:solidFill>
                  <a:srgbClr val="687383"/>
                </a:solidFill>
              </a:rPr>
              <a:t>Structured data</a:t>
            </a:r>
          </a:p>
        </p:txBody>
      </p:sp>
      <p:sp>
        <p:nvSpPr>
          <p:cNvPr id="122" name="Shape 9">
            <a:extLst>
              <a:ext uri="{FF2B5EF4-FFF2-40B4-BE49-F238E27FC236}">
                <a16:creationId xmlns:a16="http://schemas.microsoft.com/office/drawing/2014/main" id="{8BEAD966-D062-FCB1-5AA6-6D0267709675}"/>
              </a:ext>
            </a:extLst>
          </p:cNvPr>
          <p:cNvSpPr/>
          <p:nvPr/>
        </p:nvSpPr>
        <p:spPr>
          <a:xfrm>
            <a:off x="9828442" y="3106251"/>
            <a:ext cx="1993392" cy="173213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CH">
              <a:latin typeface="Raleway" pitchFamily="2" charset="77"/>
            </a:endParaRPr>
          </a:p>
        </p:txBody>
      </p:sp>
      <p:sp>
        <p:nvSpPr>
          <p:cNvPr id="123" name="Text 7">
            <a:extLst>
              <a:ext uri="{FF2B5EF4-FFF2-40B4-BE49-F238E27FC236}">
                <a16:creationId xmlns:a16="http://schemas.microsoft.com/office/drawing/2014/main" id="{E9F5FC38-4121-DE0E-8138-26AE9CA5BF1B}"/>
              </a:ext>
            </a:extLst>
          </p:cNvPr>
          <p:cNvSpPr/>
          <p:nvPr/>
        </p:nvSpPr>
        <p:spPr>
          <a:xfrm>
            <a:off x="9865018" y="3133983"/>
            <a:ext cx="1993392" cy="1374021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1000" b="1">
                <a:solidFill>
                  <a:srgbClr val="687383"/>
                </a:solidFill>
              </a:rPr>
              <a:t>Responsibilities: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87383"/>
                </a:solidFill>
              </a:rPr>
              <a:t>Expose tools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87383"/>
                </a:solidFill>
              </a:rPr>
              <a:t>Execute calls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87383"/>
                </a:solidFill>
              </a:rPr>
              <a:t>Return Results</a:t>
            </a:r>
          </a:p>
        </p:txBody>
      </p:sp>
      <p:pic>
        <p:nvPicPr>
          <p:cNvPr id="125" name="Graphic 124" descr="Lights On with solid fill">
            <a:extLst>
              <a:ext uri="{FF2B5EF4-FFF2-40B4-BE49-F238E27FC236}">
                <a16:creationId xmlns:a16="http://schemas.microsoft.com/office/drawing/2014/main" id="{A56239A7-C9D0-7D1A-4ABB-0F705DB13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5347" y="5668344"/>
            <a:ext cx="374349" cy="374349"/>
          </a:xfrm>
          <a:prstGeom prst="rect">
            <a:avLst/>
          </a:prstGeom>
        </p:spPr>
      </p:pic>
      <p:sp>
        <p:nvSpPr>
          <p:cNvPr id="126" name="Text 7">
            <a:extLst>
              <a:ext uri="{FF2B5EF4-FFF2-40B4-BE49-F238E27FC236}">
                <a16:creationId xmlns:a16="http://schemas.microsoft.com/office/drawing/2014/main" id="{6206D59B-42F6-0C63-EEF1-890194545073}"/>
              </a:ext>
            </a:extLst>
          </p:cNvPr>
          <p:cNvSpPr/>
          <p:nvPr/>
        </p:nvSpPr>
        <p:spPr>
          <a:xfrm>
            <a:off x="4583856" y="5637600"/>
            <a:ext cx="7286733" cy="45244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17212B"/>
                </a:solidFill>
              </a:rPr>
              <a:t>Key Idea: </a:t>
            </a:r>
            <a:r>
              <a:rPr lang="en-US" sz="1200">
                <a:solidFill>
                  <a:srgbClr val="17212B"/>
                </a:solidFill>
              </a:rPr>
              <a:t>MCP lets the client discover and use external tools through a standard interface, </a:t>
            </a:r>
            <a:br>
              <a:rPr lang="en-US" sz="1200">
                <a:solidFill>
                  <a:srgbClr val="17212B"/>
                </a:solidFill>
              </a:rPr>
            </a:br>
            <a:r>
              <a:rPr lang="en-US" sz="1200">
                <a:solidFill>
                  <a:srgbClr val="17212B"/>
                </a:solidFill>
              </a:rPr>
              <a:t>regardless of how or where the selected tools run. </a:t>
            </a:r>
            <a:endParaRPr lang="en-US" sz="1200"/>
          </a:p>
        </p:txBody>
      </p:sp>
      <p:sp>
        <p:nvSpPr>
          <p:cNvPr id="127" name="Shape 17">
            <a:extLst>
              <a:ext uri="{FF2B5EF4-FFF2-40B4-BE49-F238E27FC236}">
                <a16:creationId xmlns:a16="http://schemas.microsoft.com/office/drawing/2014/main" id="{E43BCF6A-E6A4-F6CD-0FFF-16D2667AEA45}"/>
              </a:ext>
            </a:extLst>
          </p:cNvPr>
          <p:cNvSpPr/>
          <p:nvPr/>
        </p:nvSpPr>
        <p:spPr>
          <a:xfrm>
            <a:off x="6320935" y="2815173"/>
            <a:ext cx="559824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ysDash"/>
            <a:headEnd type="triangl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28" name="Shape 17">
            <a:extLst>
              <a:ext uri="{FF2B5EF4-FFF2-40B4-BE49-F238E27FC236}">
                <a16:creationId xmlns:a16="http://schemas.microsoft.com/office/drawing/2014/main" id="{087F92DE-38C3-642A-02C3-456AA7D13E38}"/>
              </a:ext>
            </a:extLst>
          </p:cNvPr>
          <p:cNvSpPr/>
          <p:nvPr/>
        </p:nvSpPr>
        <p:spPr>
          <a:xfrm>
            <a:off x="6320935" y="3640963"/>
            <a:ext cx="559824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ysDash"/>
            <a:headEnd type="triangl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29" name="Shape 17">
            <a:extLst>
              <a:ext uri="{FF2B5EF4-FFF2-40B4-BE49-F238E27FC236}">
                <a16:creationId xmlns:a16="http://schemas.microsoft.com/office/drawing/2014/main" id="{2E36067B-7538-544E-C838-7912323CD716}"/>
              </a:ext>
            </a:extLst>
          </p:cNvPr>
          <p:cNvSpPr/>
          <p:nvPr/>
        </p:nvSpPr>
        <p:spPr>
          <a:xfrm>
            <a:off x="6320935" y="4466753"/>
            <a:ext cx="559824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ysDash"/>
            <a:headEnd type="triangl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30" name="Shape 17">
            <a:extLst>
              <a:ext uri="{FF2B5EF4-FFF2-40B4-BE49-F238E27FC236}">
                <a16:creationId xmlns:a16="http://schemas.microsoft.com/office/drawing/2014/main" id="{2239D1AD-133E-C0FB-021D-A8F080A551BC}"/>
              </a:ext>
            </a:extLst>
          </p:cNvPr>
          <p:cNvSpPr/>
          <p:nvPr/>
        </p:nvSpPr>
        <p:spPr>
          <a:xfrm>
            <a:off x="9149024" y="2815173"/>
            <a:ext cx="559824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ysDash"/>
            <a:headEnd type="triangl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31" name="Shape 17">
            <a:extLst>
              <a:ext uri="{FF2B5EF4-FFF2-40B4-BE49-F238E27FC236}">
                <a16:creationId xmlns:a16="http://schemas.microsoft.com/office/drawing/2014/main" id="{18ECABAF-908D-B5AF-D468-A3B188A9CAB6}"/>
              </a:ext>
            </a:extLst>
          </p:cNvPr>
          <p:cNvSpPr/>
          <p:nvPr/>
        </p:nvSpPr>
        <p:spPr>
          <a:xfrm>
            <a:off x="9149024" y="3640963"/>
            <a:ext cx="559824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ysDash"/>
            <a:headEnd type="triangl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32" name="Shape 17">
            <a:extLst>
              <a:ext uri="{FF2B5EF4-FFF2-40B4-BE49-F238E27FC236}">
                <a16:creationId xmlns:a16="http://schemas.microsoft.com/office/drawing/2014/main" id="{C8B2831E-6C01-0148-73A9-84DD081352F0}"/>
              </a:ext>
            </a:extLst>
          </p:cNvPr>
          <p:cNvSpPr/>
          <p:nvPr/>
        </p:nvSpPr>
        <p:spPr>
          <a:xfrm>
            <a:off x="9149024" y="4466753"/>
            <a:ext cx="559824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ysDash"/>
            <a:headEnd type="triangle"/>
            <a:tailEnd type="triangle"/>
          </a:ln>
        </p:spPr>
        <p:txBody>
          <a:bodyPr/>
          <a:lstStyle/>
          <a:p>
            <a:endParaRPr lang="en-CH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E110ECB-84A8-3B0E-DF00-665F118F4FDC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26C55306-9A0E-0061-6522-829ABDAD718C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7" name="Freeform 46">
              <a:extLst>
                <a:ext uri="{FF2B5EF4-FFF2-40B4-BE49-F238E27FC236}">
                  <a16:creationId xmlns:a16="http://schemas.microsoft.com/office/drawing/2014/main" id="{DB11DA6D-7B6C-7DB4-413B-915472B00501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8" name="Freeform 47">
              <a:extLst>
                <a:ext uri="{FF2B5EF4-FFF2-40B4-BE49-F238E27FC236}">
                  <a16:creationId xmlns:a16="http://schemas.microsoft.com/office/drawing/2014/main" id="{BB5F12E2-3EB3-0D3F-4E68-59197842E6A1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9" name="Freeform 48">
              <a:extLst>
                <a:ext uri="{FF2B5EF4-FFF2-40B4-BE49-F238E27FC236}">
                  <a16:creationId xmlns:a16="http://schemas.microsoft.com/office/drawing/2014/main" id="{9E864E73-1513-4FE5-E0E2-EF5BC0F886FB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5CD6713-3B92-8E62-BF3B-08EA2CB33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sp>
        <p:nvSpPr>
          <p:cNvPr id="11" name="Shape 4">
            <a:extLst>
              <a:ext uri="{FF2B5EF4-FFF2-40B4-BE49-F238E27FC236}">
                <a16:creationId xmlns:a16="http://schemas.microsoft.com/office/drawing/2014/main" id="{F1455B0C-2D64-C7BF-49E5-CE5984F55C6E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pic>
        <p:nvPicPr>
          <p:cNvPr id="12" name="Graphic 11" descr="Brain with solid fill">
            <a:extLst>
              <a:ext uri="{FF2B5EF4-FFF2-40B4-BE49-F238E27FC236}">
                <a16:creationId xmlns:a16="http://schemas.microsoft.com/office/drawing/2014/main" id="{8436859C-77ED-7C39-3B81-8A9E250EAC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F12CE36C-E64F-312A-A8B5-5048D46D31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14" name="Shape 17">
            <a:extLst>
              <a:ext uri="{FF2B5EF4-FFF2-40B4-BE49-F238E27FC236}">
                <a16:creationId xmlns:a16="http://schemas.microsoft.com/office/drawing/2014/main" id="{5466651A-F52F-317C-85CE-524FC58D1D12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063F8B2D-E838-3DA7-AA34-30ABF0C01A76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B28C99D8-860C-9D54-585F-B9A43D3F5002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D4FA83-E681-791D-85BE-25A4A1E229AE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E235C9-E7E5-61C5-3CC7-336C068B751A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2DB363-18F7-CE89-35EF-66B6834A5309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20" name="Graphic 19" descr="Shield Tick with solid fill">
            <a:extLst>
              <a:ext uri="{FF2B5EF4-FFF2-40B4-BE49-F238E27FC236}">
                <a16:creationId xmlns:a16="http://schemas.microsoft.com/office/drawing/2014/main" id="{EA64B69A-6F99-823A-EBB4-A0FC723833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21" name="Shape 17">
            <a:extLst>
              <a:ext uri="{FF2B5EF4-FFF2-40B4-BE49-F238E27FC236}">
                <a16:creationId xmlns:a16="http://schemas.microsoft.com/office/drawing/2014/main" id="{8D8387C9-54AF-5724-27DB-A6163B75C5E2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0FAA5E-FA61-710D-5D08-C68C39E835F8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23" name="Graphic 22" descr="Circles with lines with solid fill">
            <a:extLst>
              <a:ext uri="{FF2B5EF4-FFF2-40B4-BE49-F238E27FC236}">
                <a16:creationId xmlns:a16="http://schemas.microsoft.com/office/drawing/2014/main" id="{3C8823BE-B8B3-6486-D298-8FCDC194C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24" name="Graphic 23" descr="Head with gears with solid fill">
            <a:extLst>
              <a:ext uri="{FF2B5EF4-FFF2-40B4-BE49-F238E27FC236}">
                <a16:creationId xmlns:a16="http://schemas.microsoft.com/office/drawing/2014/main" id="{AA0613C2-63CA-BFAB-D25D-565A57366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AE57A39B-1735-796C-A0B7-C0EE008236EB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sp>
        <p:nvSpPr>
          <p:cNvPr id="53" name="Shape 0">
            <a:extLst>
              <a:ext uri="{FF2B5EF4-FFF2-40B4-BE49-F238E27FC236}">
                <a16:creationId xmlns:a16="http://schemas.microsoft.com/office/drawing/2014/main" id="{D1E11684-9CA7-2D9C-F3F7-78FB8A5E5CFF}"/>
              </a:ext>
            </a:extLst>
          </p:cNvPr>
          <p:cNvSpPr/>
          <p:nvPr/>
        </p:nvSpPr>
        <p:spPr>
          <a:xfrm>
            <a:off x="10192038" y="243550"/>
            <a:ext cx="727148" cy="772310"/>
          </a:xfrm>
          <a:prstGeom prst="roundRect">
            <a:avLst>
              <a:gd name="adj" fmla="val 12500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5536D-9A43-49B5-AD65-2FA24012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AFBD25D-F1B4-572B-ED02-75E274CDE53D}"/>
              </a:ext>
            </a:extLst>
          </p:cNvPr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HAL_9000_AG Reimbursement Assistant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E29514-148D-FA6E-C806-23F1989F13ED}"/>
              </a:ext>
            </a:extLst>
          </p:cNvPr>
          <p:cNvSpPr/>
          <p:nvPr/>
        </p:nvSpPr>
        <p:spPr>
          <a:xfrm>
            <a:off x="694944" y="122529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687383"/>
                </a:solidFill>
              </a:rPr>
              <a:t>From raw business documents to evidence-based reimbursement decisions</a:t>
            </a:r>
            <a:endParaRPr lang="en-US" sz="1160"/>
          </a:p>
        </p:txBody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E83F5AE0-7E23-AE15-B144-00CA10869005}"/>
              </a:ext>
            </a:extLst>
          </p:cNvPr>
          <p:cNvSpPr/>
          <p:nvPr/>
        </p:nvSpPr>
        <p:spPr>
          <a:xfrm>
            <a:off x="849625" y="1769286"/>
            <a:ext cx="23966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EA580C"/>
                </a:solidFill>
              </a:rPr>
              <a:t>HAL_9000_AG Expense Policy</a:t>
            </a:r>
            <a:endParaRPr lang="en-US" sz="1200" dirty="0">
              <a:solidFill>
                <a:srgbClr val="EA580C"/>
              </a:solidFill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6B541A3D-1192-5882-0AA7-FDBD38C834D0}"/>
              </a:ext>
            </a:extLst>
          </p:cNvPr>
          <p:cNvSpPr/>
          <p:nvPr/>
        </p:nvSpPr>
        <p:spPr>
          <a:xfrm>
            <a:off x="4837210" y="1767181"/>
            <a:ext cx="23966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Flight ticket</a:t>
            </a:r>
            <a:endParaRPr lang="en-US" sz="1200" dirty="0">
              <a:solidFill>
                <a:srgbClr val="2563EB"/>
              </a:solidFill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9EB08847-137C-B3F1-2234-B9FA14E9BABF}"/>
              </a:ext>
            </a:extLst>
          </p:cNvPr>
          <p:cNvSpPr/>
          <p:nvPr/>
        </p:nvSpPr>
        <p:spPr>
          <a:xfrm>
            <a:off x="7557107" y="1782771"/>
            <a:ext cx="23966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Hotel Invoice</a:t>
            </a:r>
            <a:endParaRPr lang="en-US" sz="1200">
              <a:solidFill>
                <a:srgbClr val="2563EB"/>
              </a:solidFill>
            </a:endParaRPr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0468717A-E9CD-BAB8-87D8-960EB71032FE}"/>
              </a:ext>
            </a:extLst>
          </p:cNvPr>
          <p:cNvSpPr/>
          <p:nvPr/>
        </p:nvSpPr>
        <p:spPr>
          <a:xfrm>
            <a:off x="9769897" y="1782771"/>
            <a:ext cx="23966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Restaurant Receipt</a:t>
            </a:r>
            <a:endParaRPr lang="en-US" sz="1200">
              <a:solidFill>
                <a:srgbClr val="2563EB"/>
              </a:solidFill>
            </a:endParaRPr>
          </a:p>
        </p:txBody>
      </p:sp>
      <p:pic>
        <p:nvPicPr>
          <p:cNvPr id="63" name="Graphic 62" descr="Badge 1 with solid fill">
            <a:extLst>
              <a:ext uri="{FF2B5EF4-FFF2-40B4-BE49-F238E27FC236}">
                <a16:creationId xmlns:a16="http://schemas.microsoft.com/office/drawing/2014/main" id="{802E11B5-BD80-3041-B2D9-8A0228575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257" y="1738382"/>
            <a:ext cx="283534" cy="283533"/>
          </a:xfrm>
          <a:prstGeom prst="rect">
            <a:avLst/>
          </a:prstGeom>
        </p:spPr>
      </p:pic>
      <p:pic>
        <p:nvPicPr>
          <p:cNvPr id="65" name="Graphic 64" descr="Badge with solid fill">
            <a:extLst>
              <a:ext uri="{FF2B5EF4-FFF2-40B4-BE49-F238E27FC236}">
                <a16:creationId xmlns:a16="http://schemas.microsoft.com/office/drawing/2014/main" id="{F0D08B7B-EBEA-2741-15D6-157CEA86E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3677" y="1738382"/>
            <a:ext cx="283534" cy="283534"/>
          </a:xfrm>
          <a:prstGeom prst="rect">
            <a:avLst/>
          </a:prstGeom>
        </p:spPr>
      </p:pic>
      <p:pic>
        <p:nvPicPr>
          <p:cNvPr id="67" name="Graphic 66" descr="Badge 3 with solid fill">
            <a:extLst>
              <a:ext uri="{FF2B5EF4-FFF2-40B4-BE49-F238E27FC236}">
                <a16:creationId xmlns:a16="http://schemas.microsoft.com/office/drawing/2014/main" id="{4CE79126-3E3F-7B0F-D59A-DF7DFCA16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3573" y="1740922"/>
            <a:ext cx="283534" cy="283533"/>
          </a:xfrm>
          <a:prstGeom prst="rect">
            <a:avLst/>
          </a:prstGeom>
        </p:spPr>
      </p:pic>
      <p:pic>
        <p:nvPicPr>
          <p:cNvPr id="69" name="Graphic 68" descr="Badge 4 with solid fill">
            <a:extLst>
              <a:ext uri="{FF2B5EF4-FFF2-40B4-BE49-F238E27FC236}">
                <a16:creationId xmlns:a16="http://schemas.microsoft.com/office/drawing/2014/main" id="{54F00374-DD33-D170-B527-44993BF296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86363" y="1741589"/>
            <a:ext cx="283534" cy="283533"/>
          </a:xfrm>
          <a:prstGeom prst="rect">
            <a:avLst/>
          </a:prstGeom>
        </p:spPr>
      </p:pic>
      <p:sp>
        <p:nvSpPr>
          <p:cNvPr id="84" name="Shape 5">
            <a:extLst>
              <a:ext uri="{FF2B5EF4-FFF2-40B4-BE49-F238E27FC236}">
                <a16:creationId xmlns:a16="http://schemas.microsoft.com/office/drawing/2014/main" id="{CB6ED5E5-0B46-C398-1374-B60DA33AC46B}"/>
              </a:ext>
            </a:extLst>
          </p:cNvPr>
          <p:cNvSpPr/>
          <p:nvPr/>
        </p:nvSpPr>
        <p:spPr>
          <a:xfrm>
            <a:off x="553177" y="4344182"/>
            <a:ext cx="2331720" cy="969264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5" name="Text 6">
            <a:extLst>
              <a:ext uri="{FF2B5EF4-FFF2-40B4-BE49-F238E27FC236}">
                <a16:creationId xmlns:a16="http://schemas.microsoft.com/office/drawing/2014/main" id="{B553A834-6C28-833F-023A-3336E9FD1D91}"/>
              </a:ext>
            </a:extLst>
          </p:cNvPr>
          <p:cNvSpPr/>
          <p:nvPr/>
        </p:nvSpPr>
        <p:spPr>
          <a:xfrm>
            <a:off x="1263145" y="4545350"/>
            <a:ext cx="13213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63EB"/>
                </a:solidFill>
              </a:rPr>
              <a:t>User request</a:t>
            </a:r>
            <a:endParaRPr lang="en-US" sz="1200"/>
          </a:p>
        </p:txBody>
      </p:sp>
      <p:sp>
        <p:nvSpPr>
          <p:cNvPr id="86" name="Text 7">
            <a:extLst>
              <a:ext uri="{FF2B5EF4-FFF2-40B4-BE49-F238E27FC236}">
                <a16:creationId xmlns:a16="http://schemas.microsoft.com/office/drawing/2014/main" id="{639F9640-BBA7-B56E-8FA1-A4400FD5A76C}"/>
              </a:ext>
            </a:extLst>
          </p:cNvPr>
          <p:cNvSpPr/>
          <p:nvPr/>
        </p:nvSpPr>
        <p:spPr>
          <a:xfrm>
            <a:off x="1263145" y="4863759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20">
                <a:solidFill>
                  <a:srgbClr val="687383"/>
                </a:solidFill>
              </a:rPr>
              <a:t>Is my ticket reimbursable?</a:t>
            </a:r>
            <a:endParaRPr lang="en-US" sz="820"/>
          </a:p>
        </p:txBody>
      </p:sp>
      <p:sp>
        <p:nvSpPr>
          <p:cNvPr id="87" name="Shape 8">
            <a:extLst>
              <a:ext uri="{FF2B5EF4-FFF2-40B4-BE49-F238E27FC236}">
                <a16:creationId xmlns:a16="http://schemas.microsoft.com/office/drawing/2014/main" id="{66DDBAD0-74B4-485F-7B36-2922983BBC46}"/>
              </a:ext>
            </a:extLst>
          </p:cNvPr>
          <p:cNvSpPr/>
          <p:nvPr/>
        </p:nvSpPr>
        <p:spPr>
          <a:xfrm>
            <a:off x="3387817" y="4344182"/>
            <a:ext cx="2331720" cy="969264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1C629686-8495-3102-91E5-DA652F8AF8EB}"/>
              </a:ext>
            </a:extLst>
          </p:cNvPr>
          <p:cNvSpPr/>
          <p:nvPr/>
        </p:nvSpPr>
        <p:spPr>
          <a:xfrm>
            <a:off x="4078271" y="4593035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</a:rPr>
              <a:t>Think &amp; plan</a:t>
            </a:r>
            <a:endParaRPr lang="en-US" sz="1200"/>
          </a:p>
        </p:txBody>
      </p:sp>
      <p:sp>
        <p:nvSpPr>
          <p:cNvPr id="89" name="Text 10">
            <a:extLst>
              <a:ext uri="{FF2B5EF4-FFF2-40B4-BE49-F238E27FC236}">
                <a16:creationId xmlns:a16="http://schemas.microsoft.com/office/drawing/2014/main" id="{681196FE-3842-15BB-1CB8-7069E07C7874}"/>
              </a:ext>
            </a:extLst>
          </p:cNvPr>
          <p:cNvSpPr/>
          <p:nvPr/>
        </p:nvSpPr>
        <p:spPr>
          <a:xfrm>
            <a:off x="4079815" y="4822828"/>
            <a:ext cx="2788920" cy="3733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687383"/>
                </a:solidFill>
              </a:rPr>
              <a:t>Reason about the user needs </a:t>
            </a:r>
            <a:br>
              <a:rPr lang="en-US" sz="820">
                <a:solidFill>
                  <a:srgbClr val="687383"/>
                </a:solidFill>
              </a:rPr>
            </a:br>
            <a:r>
              <a:rPr lang="en-US" sz="820">
                <a:solidFill>
                  <a:srgbClr val="687383"/>
                </a:solidFill>
              </a:rPr>
              <a:t>and the internal knowledge</a:t>
            </a:r>
            <a:endParaRPr lang="en-US" sz="820"/>
          </a:p>
        </p:txBody>
      </p:sp>
      <p:sp>
        <p:nvSpPr>
          <p:cNvPr id="90" name="Shape 11">
            <a:extLst>
              <a:ext uri="{FF2B5EF4-FFF2-40B4-BE49-F238E27FC236}">
                <a16:creationId xmlns:a16="http://schemas.microsoft.com/office/drawing/2014/main" id="{0C3EC999-C3D3-4804-86A9-B02190ED03F4}"/>
              </a:ext>
            </a:extLst>
          </p:cNvPr>
          <p:cNvSpPr/>
          <p:nvPr/>
        </p:nvSpPr>
        <p:spPr>
          <a:xfrm>
            <a:off x="6222457" y="4344182"/>
            <a:ext cx="2331720" cy="969264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C5D107BA-8377-95A5-6681-E69576FD5233}"/>
              </a:ext>
            </a:extLst>
          </p:cNvPr>
          <p:cNvSpPr/>
          <p:nvPr/>
        </p:nvSpPr>
        <p:spPr>
          <a:xfrm>
            <a:off x="7006854" y="458649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A34A"/>
                </a:solidFill>
              </a:rPr>
              <a:t>Act with tools</a:t>
            </a:r>
            <a:endParaRPr lang="en-US" sz="1200"/>
          </a:p>
        </p:txBody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EFED7026-5674-580B-F337-C98AB39E5800}"/>
              </a:ext>
            </a:extLst>
          </p:cNvPr>
          <p:cNvSpPr/>
          <p:nvPr/>
        </p:nvSpPr>
        <p:spPr>
          <a:xfrm>
            <a:off x="7006854" y="486463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20">
                <a:solidFill>
                  <a:srgbClr val="687383"/>
                </a:solidFill>
              </a:rPr>
              <a:t>Chose the right tools</a:t>
            </a:r>
            <a:endParaRPr lang="en-US" sz="820"/>
          </a:p>
        </p:txBody>
      </p:sp>
      <p:sp>
        <p:nvSpPr>
          <p:cNvPr id="93" name="Shape 14">
            <a:extLst>
              <a:ext uri="{FF2B5EF4-FFF2-40B4-BE49-F238E27FC236}">
                <a16:creationId xmlns:a16="http://schemas.microsoft.com/office/drawing/2014/main" id="{5CA68E36-C70F-1D1C-1812-485B2947D382}"/>
              </a:ext>
            </a:extLst>
          </p:cNvPr>
          <p:cNvSpPr/>
          <p:nvPr/>
        </p:nvSpPr>
        <p:spPr>
          <a:xfrm>
            <a:off x="9057097" y="4344182"/>
            <a:ext cx="2331720" cy="969264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4" name="Text 15">
            <a:extLst>
              <a:ext uri="{FF2B5EF4-FFF2-40B4-BE49-F238E27FC236}">
                <a16:creationId xmlns:a16="http://schemas.microsoft.com/office/drawing/2014/main" id="{168DBA52-394B-6E96-7088-A39627B33791}"/>
              </a:ext>
            </a:extLst>
          </p:cNvPr>
          <p:cNvSpPr/>
          <p:nvPr/>
        </p:nvSpPr>
        <p:spPr>
          <a:xfrm>
            <a:off x="9857090" y="458649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580C"/>
                </a:solidFill>
              </a:rPr>
              <a:t>Answer</a:t>
            </a:r>
            <a:endParaRPr lang="en-US" sz="1200"/>
          </a:p>
        </p:txBody>
      </p:sp>
      <p:sp>
        <p:nvSpPr>
          <p:cNvPr id="95" name="Text 16">
            <a:extLst>
              <a:ext uri="{FF2B5EF4-FFF2-40B4-BE49-F238E27FC236}">
                <a16:creationId xmlns:a16="http://schemas.microsoft.com/office/drawing/2014/main" id="{5DED7C56-745A-DA53-82F4-818BF68BFC51}"/>
              </a:ext>
            </a:extLst>
          </p:cNvPr>
          <p:cNvSpPr/>
          <p:nvPr/>
        </p:nvSpPr>
        <p:spPr>
          <a:xfrm>
            <a:off x="9857090" y="4784264"/>
            <a:ext cx="1993392" cy="4496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20">
                <a:solidFill>
                  <a:srgbClr val="687383"/>
                </a:solidFill>
              </a:rPr>
              <a:t>Decision + Extracted fields +</a:t>
            </a:r>
            <a:br>
              <a:rPr lang="en-US" sz="820">
                <a:solidFill>
                  <a:srgbClr val="687383"/>
                </a:solidFill>
              </a:rPr>
            </a:br>
            <a:r>
              <a:rPr lang="en-US" sz="820">
                <a:solidFill>
                  <a:srgbClr val="687383"/>
                </a:solidFill>
              </a:rPr>
              <a:t>Cited documents</a:t>
            </a:r>
            <a:endParaRPr lang="en-US" sz="820"/>
          </a:p>
        </p:txBody>
      </p:sp>
      <p:sp>
        <p:nvSpPr>
          <p:cNvPr id="96" name="Shape 17">
            <a:extLst>
              <a:ext uri="{FF2B5EF4-FFF2-40B4-BE49-F238E27FC236}">
                <a16:creationId xmlns:a16="http://schemas.microsoft.com/office/drawing/2014/main" id="{9ED9B7C1-EC7F-F86D-8F2B-F91AB0508002}"/>
              </a:ext>
            </a:extLst>
          </p:cNvPr>
          <p:cNvSpPr/>
          <p:nvPr/>
        </p:nvSpPr>
        <p:spPr>
          <a:xfrm>
            <a:off x="2930617" y="4828814"/>
            <a:ext cx="402336" cy="0"/>
          </a:xfrm>
          <a:prstGeom prst="line">
            <a:avLst/>
          </a:prstGeom>
          <a:noFill/>
          <a:ln w="17780">
            <a:solidFill>
              <a:srgbClr val="687383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97" name="Shape 18">
            <a:extLst>
              <a:ext uri="{FF2B5EF4-FFF2-40B4-BE49-F238E27FC236}">
                <a16:creationId xmlns:a16="http://schemas.microsoft.com/office/drawing/2014/main" id="{26ED225A-7F9A-0721-8998-DDBA6F0FDFF0}"/>
              </a:ext>
            </a:extLst>
          </p:cNvPr>
          <p:cNvSpPr/>
          <p:nvPr/>
        </p:nvSpPr>
        <p:spPr>
          <a:xfrm>
            <a:off x="5765257" y="4828814"/>
            <a:ext cx="402336" cy="0"/>
          </a:xfrm>
          <a:prstGeom prst="line">
            <a:avLst/>
          </a:prstGeom>
          <a:noFill/>
          <a:ln w="17780">
            <a:solidFill>
              <a:srgbClr val="687383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98" name="Shape 19">
            <a:extLst>
              <a:ext uri="{FF2B5EF4-FFF2-40B4-BE49-F238E27FC236}">
                <a16:creationId xmlns:a16="http://schemas.microsoft.com/office/drawing/2014/main" id="{EDD7ED79-7246-5951-ECAD-FEA5FF5B71E0}"/>
              </a:ext>
            </a:extLst>
          </p:cNvPr>
          <p:cNvSpPr/>
          <p:nvPr/>
        </p:nvSpPr>
        <p:spPr>
          <a:xfrm>
            <a:off x="8599897" y="4828814"/>
            <a:ext cx="402336" cy="0"/>
          </a:xfrm>
          <a:prstGeom prst="line">
            <a:avLst/>
          </a:prstGeom>
          <a:noFill/>
          <a:ln w="17780">
            <a:solidFill>
              <a:srgbClr val="687383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pic>
        <p:nvPicPr>
          <p:cNvPr id="99" name="Graphic 98" descr="User with solid fill">
            <a:extLst>
              <a:ext uri="{FF2B5EF4-FFF2-40B4-BE49-F238E27FC236}">
                <a16:creationId xmlns:a16="http://schemas.microsoft.com/office/drawing/2014/main" id="{9C4CB475-D2AB-B625-5787-2D535FBCEE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943" y="4532881"/>
            <a:ext cx="591867" cy="591867"/>
          </a:xfrm>
          <a:prstGeom prst="rect">
            <a:avLst/>
          </a:prstGeom>
        </p:spPr>
      </p:pic>
      <p:pic>
        <p:nvPicPr>
          <p:cNvPr id="100" name="Graphic 99" descr="Left Brain with solid fill">
            <a:extLst>
              <a:ext uri="{FF2B5EF4-FFF2-40B4-BE49-F238E27FC236}">
                <a16:creationId xmlns:a16="http://schemas.microsoft.com/office/drawing/2014/main" id="{00FC8871-C12A-A38B-2D45-ED55736F75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3022" y="4535977"/>
            <a:ext cx="591867" cy="591867"/>
          </a:xfrm>
          <a:prstGeom prst="rect">
            <a:avLst/>
          </a:prstGeom>
        </p:spPr>
      </p:pic>
      <p:pic>
        <p:nvPicPr>
          <p:cNvPr id="101" name="Graphic 100" descr="Tools with solid fill">
            <a:extLst>
              <a:ext uri="{FF2B5EF4-FFF2-40B4-BE49-F238E27FC236}">
                <a16:creationId xmlns:a16="http://schemas.microsoft.com/office/drawing/2014/main" id="{41DC21DE-00DA-D035-1AFF-AAEEE3ADC1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9728" y="4522082"/>
            <a:ext cx="591867" cy="591867"/>
          </a:xfrm>
          <a:prstGeom prst="rect">
            <a:avLst/>
          </a:prstGeom>
        </p:spPr>
      </p:pic>
      <p:pic>
        <p:nvPicPr>
          <p:cNvPr id="102" name="Graphic 101" descr="Shield Tick with solid fill">
            <a:extLst>
              <a:ext uri="{FF2B5EF4-FFF2-40B4-BE49-F238E27FC236}">
                <a16:creationId xmlns:a16="http://schemas.microsoft.com/office/drawing/2014/main" id="{40B11E6D-29BD-FFBE-718F-B55DC045A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6550" y="4532880"/>
            <a:ext cx="591867" cy="591867"/>
          </a:xfrm>
          <a:prstGeom prst="rect">
            <a:avLst/>
          </a:prstGeom>
        </p:spPr>
      </p:pic>
      <p:sp>
        <p:nvSpPr>
          <p:cNvPr id="103" name="Shape 8">
            <a:extLst>
              <a:ext uri="{FF2B5EF4-FFF2-40B4-BE49-F238E27FC236}">
                <a16:creationId xmlns:a16="http://schemas.microsoft.com/office/drawing/2014/main" id="{3FCF7D3A-AC7E-488E-BCA9-314A293A2225}"/>
              </a:ext>
            </a:extLst>
          </p:cNvPr>
          <p:cNvSpPr/>
          <p:nvPr/>
        </p:nvSpPr>
        <p:spPr>
          <a:xfrm>
            <a:off x="2348136" y="5610106"/>
            <a:ext cx="7203049" cy="440802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4" name="Text 9">
            <a:extLst>
              <a:ext uri="{FF2B5EF4-FFF2-40B4-BE49-F238E27FC236}">
                <a16:creationId xmlns:a16="http://schemas.microsoft.com/office/drawing/2014/main" id="{E0F8025E-1A50-2B9C-211A-C6804DE30756}"/>
              </a:ext>
            </a:extLst>
          </p:cNvPr>
          <p:cNvSpPr/>
          <p:nvPr/>
        </p:nvSpPr>
        <p:spPr>
          <a:xfrm>
            <a:off x="2857123" y="5729922"/>
            <a:ext cx="6568587" cy="2284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/>
              <a:t>Goal :  </a:t>
            </a:r>
            <a:r>
              <a:rPr lang="en-US" sz="1200"/>
              <a:t>Combine extraction, retrieval, and useful tools to support reimbursement decisions</a:t>
            </a:r>
          </a:p>
        </p:txBody>
      </p:sp>
      <p:pic>
        <p:nvPicPr>
          <p:cNvPr id="105" name="Graphic 104" descr="Bullseye with solid fill">
            <a:extLst>
              <a:ext uri="{FF2B5EF4-FFF2-40B4-BE49-F238E27FC236}">
                <a16:creationId xmlns:a16="http://schemas.microsoft.com/office/drawing/2014/main" id="{A5B43D05-EE95-DDC4-7113-DB1B68E24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73611" y="5651254"/>
            <a:ext cx="368287" cy="36828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71293F4-94E5-F98E-A554-43C4AEF6469B}"/>
              </a:ext>
            </a:extLst>
          </p:cNvPr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87383"/>
                </a:solidFill>
              </a:rPr>
              <a:t>PART 02 | REIMBURSEMENT ASSISTANT</a:t>
            </a:r>
            <a:endParaRPr lang="en-US" sz="84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434F03-0CBF-C7F5-1BAA-FE07A20C3EF7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26" name="Shape 4">
              <a:extLst>
                <a:ext uri="{FF2B5EF4-FFF2-40B4-BE49-F238E27FC236}">
                  <a16:creationId xmlns:a16="http://schemas.microsoft.com/office/drawing/2014/main" id="{7D57D9D2-A355-16E0-B7C8-3FC8370CED8B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34" name="Freeform 46">
              <a:extLst>
                <a:ext uri="{FF2B5EF4-FFF2-40B4-BE49-F238E27FC236}">
                  <a16:creationId xmlns:a16="http://schemas.microsoft.com/office/drawing/2014/main" id="{286A2E28-3047-73EB-12E9-E9B7B93F3517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35" name="Freeform 47">
              <a:extLst>
                <a:ext uri="{FF2B5EF4-FFF2-40B4-BE49-F238E27FC236}">
                  <a16:creationId xmlns:a16="http://schemas.microsoft.com/office/drawing/2014/main" id="{48A5A3A7-C967-71DC-5242-32D40ED4FF66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2570DFEE-90C7-9AFB-ABBA-5B38EC903712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F6575E6-1BA3-E6E8-03A5-8E8E2E84B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sp>
        <p:nvSpPr>
          <p:cNvPr id="62" name="Shape 4">
            <a:extLst>
              <a:ext uri="{FF2B5EF4-FFF2-40B4-BE49-F238E27FC236}">
                <a16:creationId xmlns:a16="http://schemas.microsoft.com/office/drawing/2014/main" id="{EBA7BFD6-40A1-4B50-C9AF-492EC76223DD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pic>
        <p:nvPicPr>
          <p:cNvPr id="64" name="Graphic 63" descr="Brain with solid fill">
            <a:extLst>
              <a:ext uri="{FF2B5EF4-FFF2-40B4-BE49-F238E27FC236}">
                <a16:creationId xmlns:a16="http://schemas.microsoft.com/office/drawing/2014/main" id="{2F933FD0-1EA1-3407-CCDC-F86079C73B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66" name="Graphic 65" descr="Database with solid fill">
            <a:extLst>
              <a:ext uri="{FF2B5EF4-FFF2-40B4-BE49-F238E27FC236}">
                <a16:creationId xmlns:a16="http://schemas.microsoft.com/office/drawing/2014/main" id="{5470AAB6-6F96-F9E3-CBA7-11B0395F2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68" name="Shape 17">
            <a:extLst>
              <a:ext uri="{FF2B5EF4-FFF2-40B4-BE49-F238E27FC236}">
                <a16:creationId xmlns:a16="http://schemas.microsoft.com/office/drawing/2014/main" id="{85684A11-E480-830A-FD42-7B258FAB80CA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70" name="Shape 17">
            <a:extLst>
              <a:ext uri="{FF2B5EF4-FFF2-40B4-BE49-F238E27FC236}">
                <a16:creationId xmlns:a16="http://schemas.microsoft.com/office/drawing/2014/main" id="{12B4A385-E360-4572-EFE5-82F78EF0D8F6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F7C44416-9F32-F94B-09B5-21044C086207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296BF0-0806-3DAC-8555-A463E91318A8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A59706-41DA-BF1D-1EA6-28178AB86DEF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BA17DA-FD7F-D58E-7E8E-C00AB4C28902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75" name="Graphic 74" descr="Shield Tick with solid fill">
            <a:extLst>
              <a:ext uri="{FF2B5EF4-FFF2-40B4-BE49-F238E27FC236}">
                <a16:creationId xmlns:a16="http://schemas.microsoft.com/office/drawing/2014/main" id="{1EFFAE3E-F813-87C0-FBFE-38029C83C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76" name="Shape 17">
            <a:extLst>
              <a:ext uri="{FF2B5EF4-FFF2-40B4-BE49-F238E27FC236}">
                <a16:creationId xmlns:a16="http://schemas.microsoft.com/office/drawing/2014/main" id="{7CFBA397-6888-E6C8-92FE-5E0B81F40771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03BF9B-7C34-D92D-446F-7B246E524AE9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78" name="Graphic 77" descr="Circles with lines with solid fill">
            <a:extLst>
              <a:ext uri="{FF2B5EF4-FFF2-40B4-BE49-F238E27FC236}">
                <a16:creationId xmlns:a16="http://schemas.microsoft.com/office/drawing/2014/main" id="{FEAAD94D-42AA-4A9B-E8ED-16E63F8F1F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79" name="Graphic 78" descr="Head with gears with solid fill">
            <a:extLst>
              <a:ext uri="{FF2B5EF4-FFF2-40B4-BE49-F238E27FC236}">
                <a16:creationId xmlns:a16="http://schemas.microsoft.com/office/drawing/2014/main" id="{C16FFE74-7648-2241-B4A2-E7EA072CD7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9C478C73-5FDE-B84E-2C17-DE751AE72831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sp>
        <p:nvSpPr>
          <p:cNvPr id="81" name="Shape 0">
            <a:extLst>
              <a:ext uri="{FF2B5EF4-FFF2-40B4-BE49-F238E27FC236}">
                <a16:creationId xmlns:a16="http://schemas.microsoft.com/office/drawing/2014/main" id="{B1CD6673-3826-E86A-4483-429BD32CAF0A}"/>
              </a:ext>
            </a:extLst>
          </p:cNvPr>
          <p:cNvSpPr/>
          <p:nvPr/>
        </p:nvSpPr>
        <p:spPr>
          <a:xfrm>
            <a:off x="10192038" y="243550"/>
            <a:ext cx="727148" cy="772310"/>
          </a:xfrm>
          <a:prstGeom prst="roundRect">
            <a:avLst>
              <a:gd name="adj" fmla="val 12500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CC17F2-B344-D3D6-227F-364DCF81803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b="38718"/>
          <a:stretch>
            <a:fillRect/>
          </a:stretch>
        </p:blipFill>
        <p:spPr>
          <a:xfrm>
            <a:off x="4107508" y="2080500"/>
            <a:ext cx="2309014" cy="192233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8C3189-886E-162C-6A0C-F4E9F60090B1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5645" t="4831" r="4771" b="45329"/>
          <a:stretch>
            <a:fillRect/>
          </a:stretch>
        </p:blipFill>
        <p:spPr>
          <a:xfrm>
            <a:off x="662455" y="2063062"/>
            <a:ext cx="2396696" cy="188694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BEC8B2-C438-8A3E-BA5C-8F29A6B08CF7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6732" t="5181" r="6583" b="43359"/>
          <a:stretch>
            <a:fillRect/>
          </a:stretch>
        </p:blipFill>
        <p:spPr>
          <a:xfrm>
            <a:off x="6891595" y="2063062"/>
            <a:ext cx="2309014" cy="1939777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C6D311-B314-B677-393F-B6369183F20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33783" y="2025788"/>
            <a:ext cx="1500930" cy="200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96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87383"/>
                </a:solidFill>
              </a:rPr>
              <a:t>PART 02 - BONUS | GUARDRAILS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4944" y="1225296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687383"/>
                </a:solidFill>
              </a:rPr>
              <a:t>Keep the AI assistant safe and reliable</a:t>
            </a:r>
            <a:endParaRPr lang="en-US" sz="1160"/>
          </a:p>
        </p:txBody>
      </p:sp>
      <p:sp>
        <p:nvSpPr>
          <p:cNvPr id="91" name="Shape 8">
            <a:extLst>
              <a:ext uri="{FF2B5EF4-FFF2-40B4-BE49-F238E27FC236}">
                <a16:creationId xmlns:a16="http://schemas.microsoft.com/office/drawing/2014/main" id="{53FE65C1-6FAE-6588-C37F-573D86877587}"/>
              </a:ext>
            </a:extLst>
          </p:cNvPr>
          <p:cNvSpPr/>
          <p:nvPr/>
        </p:nvSpPr>
        <p:spPr>
          <a:xfrm>
            <a:off x="796153" y="3594167"/>
            <a:ext cx="10424160" cy="2075744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8" name="Text 9">
            <a:extLst>
              <a:ext uri="{FF2B5EF4-FFF2-40B4-BE49-F238E27FC236}">
                <a16:creationId xmlns:a16="http://schemas.microsoft.com/office/drawing/2014/main" id="{CEC64536-222A-BD03-0023-9AFB7EBDC548}"/>
              </a:ext>
            </a:extLst>
          </p:cNvPr>
          <p:cNvSpPr/>
          <p:nvPr/>
        </p:nvSpPr>
        <p:spPr>
          <a:xfrm>
            <a:off x="4916778" y="3273918"/>
            <a:ext cx="2192742" cy="239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A580C"/>
                </a:solidFill>
              </a:rPr>
              <a:t>Examples of Guardrails</a:t>
            </a:r>
            <a:endParaRPr lang="en-US" sz="1400">
              <a:solidFill>
                <a:srgbClr val="EA580C"/>
              </a:solidFill>
            </a:endParaRPr>
          </a:p>
        </p:txBody>
      </p:sp>
      <p:sp>
        <p:nvSpPr>
          <p:cNvPr id="105" name="Shape 9">
            <a:extLst>
              <a:ext uri="{FF2B5EF4-FFF2-40B4-BE49-F238E27FC236}">
                <a16:creationId xmlns:a16="http://schemas.microsoft.com/office/drawing/2014/main" id="{B89E2314-927D-CB4A-9005-3E737D89E3C1}"/>
              </a:ext>
            </a:extLst>
          </p:cNvPr>
          <p:cNvSpPr/>
          <p:nvPr/>
        </p:nvSpPr>
        <p:spPr>
          <a:xfrm>
            <a:off x="913005" y="3777929"/>
            <a:ext cx="3236351" cy="67091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EA580C"/>
                </a:solidFill>
              </a:rPr>
              <a:t>Safety</a:t>
            </a:r>
            <a:br>
              <a:rPr lang="en-US" sz="1000" b="1">
                <a:solidFill>
                  <a:srgbClr val="687383"/>
                </a:solidFill>
              </a:rPr>
            </a:br>
            <a:r>
              <a:rPr lang="en-US" sz="1000">
                <a:solidFill>
                  <a:srgbClr val="687383"/>
                </a:solidFill>
              </a:rPr>
              <a:t>Block harmful, unsafe or inappropriate content  </a:t>
            </a:r>
          </a:p>
        </p:txBody>
      </p:sp>
      <p:sp>
        <p:nvSpPr>
          <p:cNvPr id="120" name="Shape 5">
            <a:extLst>
              <a:ext uri="{FF2B5EF4-FFF2-40B4-BE49-F238E27FC236}">
                <a16:creationId xmlns:a16="http://schemas.microsoft.com/office/drawing/2014/main" id="{34BBBBD4-ED69-635C-1225-44947231063A}"/>
              </a:ext>
            </a:extLst>
          </p:cNvPr>
          <p:cNvSpPr/>
          <p:nvPr/>
        </p:nvSpPr>
        <p:spPr>
          <a:xfrm>
            <a:off x="796153" y="1774613"/>
            <a:ext cx="2331720" cy="1263665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1" name="Text 6">
            <a:extLst>
              <a:ext uri="{FF2B5EF4-FFF2-40B4-BE49-F238E27FC236}">
                <a16:creationId xmlns:a16="http://schemas.microsoft.com/office/drawing/2014/main" id="{80826902-E799-75B2-DAD3-4493D7D4487B}"/>
              </a:ext>
            </a:extLst>
          </p:cNvPr>
          <p:cNvSpPr/>
          <p:nvPr/>
        </p:nvSpPr>
        <p:spPr>
          <a:xfrm>
            <a:off x="942457" y="197578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C3AED"/>
                </a:solidFill>
              </a:rPr>
              <a:t>Input</a:t>
            </a:r>
          </a:p>
        </p:txBody>
      </p:sp>
      <p:sp>
        <p:nvSpPr>
          <p:cNvPr id="122" name="Text 7">
            <a:extLst>
              <a:ext uri="{FF2B5EF4-FFF2-40B4-BE49-F238E27FC236}">
                <a16:creationId xmlns:a16="http://schemas.microsoft.com/office/drawing/2014/main" id="{7DDA3D72-1828-A056-4072-05F4B0BD8684}"/>
              </a:ext>
            </a:extLst>
          </p:cNvPr>
          <p:cNvSpPr/>
          <p:nvPr/>
        </p:nvSpPr>
        <p:spPr>
          <a:xfrm>
            <a:off x="960745" y="2277534"/>
            <a:ext cx="1993392" cy="6675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87383"/>
                </a:solidFill>
              </a:rPr>
              <a:t>Detect, filter and validate user input</a:t>
            </a:r>
            <a:endParaRPr lang="en-US" sz="1100"/>
          </a:p>
        </p:txBody>
      </p:sp>
      <p:sp>
        <p:nvSpPr>
          <p:cNvPr id="123" name="Shape 8">
            <a:extLst>
              <a:ext uri="{FF2B5EF4-FFF2-40B4-BE49-F238E27FC236}">
                <a16:creationId xmlns:a16="http://schemas.microsoft.com/office/drawing/2014/main" id="{AFC8C5F7-8A17-7EA4-F25C-7027676F1D01}"/>
              </a:ext>
            </a:extLst>
          </p:cNvPr>
          <p:cNvSpPr/>
          <p:nvPr/>
        </p:nvSpPr>
        <p:spPr>
          <a:xfrm>
            <a:off x="3493633" y="1774613"/>
            <a:ext cx="2331720" cy="1263663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4" name="Text 9">
            <a:extLst>
              <a:ext uri="{FF2B5EF4-FFF2-40B4-BE49-F238E27FC236}">
                <a16:creationId xmlns:a16="http://schemas.microsoft.com/office/drawing/2014/main" id="{B0351EC5-B1C0-9F8F-8759-3F9AEC9C399D}"/>
              </a:ext>
            </a:extLst>
          </p:cNvPr>
          <p:cNvSpPr/>
          <p:nvPr/>
        </p:nvSpPr>
        <p:spPr>
          <a:xfrm>
            <a:off x="3639937" y="197578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563EB"/>
                </a:solidFill>
              </a:rPr>
              <a:t>Reasoning</a:t>
            </a:r>
            <a:endParaRPr lang="en-US" sz="1200"/>
          </a:p>
        </p:txBody>
      </p:sp>
      <p:sp>
        <p:nvSpPr>
          <p:cNvPr id="125" name="Shape 11">
            <a:extLst>
              <a:ext uri="{FF2B5EF4-FFF2-40B4-BE49-F238E27FC236}">
                <a16:creationId xmlns:a16="http://schemas.microsoft.com/office/drawing/2014/main" id="{A9B4F1F3-0D77-244D-104A-3AD65159E4ED}"/>
              </a:ext>
            </a:extLst>
          </p:cNvPr>
          <p:cNvSpPr/>
          <p:nvPr/>
        </p:nvSpPr>
        <p:spPr>
          <a:xfrm>
            <a:off x="6191113" y="1774614"/>
            <a:ext cx="2331720" cy="1263662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6" name="Text 12">
            <a:extLst>
              <a:ext uri="{FF2B5EF4-FFF2-40B4-BE49-F238E27FC236}">
                <a16:creationId xmlns:a16="http://schemas.microsoft.com/office/drawing/2014/main" id="{CF63CAFF-966C-9906-7766-EAC0D03A4903}"/>
              </a:ext>
            </a:extLst>
          </p:cNvPr>
          <p:cNvSpPr/>
          <p:nvPr/>
        </p:nvSpPr>
        <p:spPr>
          <a:xfrm>
            <a:off x="6337417" y="197578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6A34A"/>
                </a:solidFill>
              </a:rPr>
              <a:t>Tools</a:t>
            </a:r>
            <a:endParaRPr lang="en-US" sz="1200"/>
          </a:p>
        </p:txBody>
      </p:sp>
      <p:sp>
        <p:nvSpPr>
          <p:cNvPr id="127" name="Shape 14">
            <a:extLst>
              <a:ext uri="{FF2B5EF4-FFF2-40B4-BE49-F238E27FC236}">
                <a16:creationId xmlns:a16="http://schemas.microsoft.com/office/drawing/2014/main" id="{5973A5B9-6891-20AD-3DFF-C5998DC145BE}"/>
              </a:ext>
            </a:extLst>
          </p:cNvPr>
          <p:cNvSpPr/>
          <p:nvPr/>
        </p:nvSpPr>
        <p:spPr>
          <a:xfrm>
            <a:off x="8888593" y="1774613"/>
            <a:ext cx="2331720" cy="1263657"/>
          </a:xfrm>
          <a:prstGeom prst="roundRect">
            <a:avLst>
              <a:gd name="adj" fmla="val 3774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693F0396-910D-C84C-9123-B2CB4C28DCD1}"/>
              </a:ext>
            </a:extLst>
          </p:cNvPr>
          <p:cNvSpPr/>
          <p:nvPr/>
        </p:nvSpPr>
        <p:spPr>
          <a:xfrm>
            <a:off x="9034897" y="197578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A580C"/>
                </a:solidFill>
              </a:rPr>
              <a:t>Answer</a:t>
            </a:r>
            <a:endParaRPr lang="en-US" sz="1200"/>
          </a:p>
        </p:txBody>
      </p:sp>
      <p:sp>
        <p:nvSpPr>
          <p:cNvPr id="129" name="Shape 17">
            <a:extLst>
              <a:ext uri="{FF2B5EF4-FFF2-40B4-BE49-F238E27FC236}">
                <a16:creationId xmlns:a16="http://schemas.microsoft.com/office/drawing/2014/main" id="{274FDD34-363C-B2FA-FF84-41923A440320}"/>
              </a:ext>
            </a:extLst>
          </p:cNvPr>
          <p:cNvSpPr/>
          <p:nvPr/>
        </p:nvSpPr>
        <p:spPr>
          <a:xfrm>
            <a:off x="3134908" y="2382341"/>
            <a:ext cx="356616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30" name="Shape 18">
            <a:extLst>
              <a:ext uri="{FF2B5EF4-FFF2-40B4-BE49-F238E27FC236}">
                <a16:creationId xmlns:a16="http://schemas.microsoft.com/office/drawing/2014/main" id="{E11E9495-9DD5-EA75-42F5-FAE8F9696851}"/>
              </a:ext>
            </a:extLst>
          </p:cNvPr>
          <p:cNvSpPr/>
          <p:nvPr/>
        </p:nvSpPr>
        <p:spPr>
          <a:xfrm>
            <a:off x="5832388" y="2382341"/>
            <a:ext cx="356616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31" name="Shape 19">
            <a:extLst>
              <a:ext uri="{FF2B5EF4-FFF2-40B4-BE49-F238E27FC236}">
                <a16:creationId xmlns:a16="http://schemas.microsoft.com/office/drawing/2014/main" id="{E6270B8A-2053-5C87-630E-481B04440516}"/>
              </a:ext>
            </a:extLst>
          </p:cNvPr>
          <p:cNvSpPr/>
          <p:nvPr/>
        </p:nvSpPr>
        <p:spPr>
          <a:xfrm>
            <a:off x="8529868" y="2382341"/>
            <a:ext cx="356616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132" name="Text 7">
            <a:extLst>
              <a:ext uri="{FF2B5EF4-FFF2-40B4-BE49-F238E27FC236}">
                <a16:creationId xmlns:a16="http://schemas.microsoft.com/office/drawing/2014/main" id="{C5F4FF9E-3E20-A722-3F51-74F4FF90B606}"/>
              </a:ext>
            </a:extLst>
          </p:cNvPr>
          <p:cNvSpPr/>
          <p:nvPr/>
        </p:nvSpPr>
        <p:spPr>
          <a:xfrm>
            <a:off x="3658225" y="2277534"/>
            <a:ext cx="1993392" cy="6675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87383"/>
                </a:solidFill>
              </a:rPr>
              <a:t>Steer the model with policies and rules</a:t>
            </a:r>
            <a:endParaRPr lang="en-US" sz="1100"/>
          </a:p>
        </p:txBody>
      </p:sp>
      <p:sp>
        <p:nvSpPr>
          <p:cNvPr id="133" name="Text 7">
            <a:extLst>
              <a:ext uri="{FF2B5EF4-FFF2-40B4-BE49-F238E27FC236}">
                <a16:creationId xmlns:a16="http://schemas.microsoft.com/office/drawing/2014/main" id="{E7F93304-F7DA-8F0B-4D26-F0EC0B7C95B8}"/>
              </a:ext>
            </a:extLst>
          </p:cNvPr>
          <p:cNvSpPr/>
          <p:nvPr/>
        </p:nvSpPr>
        <p:spPr>
          <a:xfrm>
            <a:off x="6355705" y="2277534"/>
            <a:ext cx="1993392" cy="6675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87383"/>
                </a:solidFill>
              </a:rPr>
              <a:t>Control which tools can be used and how</a:t>
            </a:r>
            <a:endParaRPr lang="en-US" sz="1100"/>
          </a:p>
        </p:txBody>
      </p:sp>
      <p:sp>
        <p:nvSpPr>
          <p:cNvPr id="134" name="Text 7">
            <a:extLst>
              <a:ext uri="{FF2B5EF4-FFF2-40B4-BE49-F238E27FC236}">
                <a16:creationId xmlns:a16="http://schemas.microsoft.com/office/drawing/2014/main" id="{40E4A909-7353-59DD-6291-03539EFD5A4D}"/>
              </a:ext>
            </a:extLst>
          </p:cNvPr>
          <p:cNvSpPr/>
          <p:nvPr/>
        </p:nvSpPr>
        <p:spPr>
          <a:xfrm>
            <a:off x="9053185" y="2259246"/>
            <a:ext cx="1993392" cy="6675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87383"/>
                </a:solidFill>
              </a:rPr>
              <a:t>Check, filter and sanitize responses</a:t>
            </a:r>
            <a:endParaRPr lang="en-US" sz="1100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38A76CC3-49E0-AE43-6656-F1C6665CBFC6}"/>
              </a:ext>
            </a:extLst>
          </p:cNvPr>
          <p:cNvSpPr/>
          <p:nvPr/>
        </p:nvSpPr>
        <p:spPr>
          <a:xfrm>
            <a:off x="913005" y="4797780"/>
            <a:ext cx="3236350" cy="67091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just">
              <a:lnSpc>
                <a:spcPct val="150000"/>
              </a:lnSpc>
            </a:pPr>
            <a:r>
              <a:rPr lang="en-US" sz="1200" b="1">
                <a:solidFill>
                  <a:srgbClr val="EA580C"/>
                </a:solidFill>
              </a:rPr>
              <a:t>Data protection</a:t>
            </a:r>
          </a:p>
          <a:p>
            <a:pPr algn="just">
              <a:lnSpc>
                <a:spcPct val="150000"/>
              </a:lnSpc>
            </a:pPr>
            <a:r>
              <a:rPr lang="en-US" sz="1000">
                <a:solidFill>
                  <a:srgbClr val="687383"/>
                </a:solidFill>
              </a:rPr>
              <a:t>Prevent leakage of sensitive or private information</a:t>
            </a:r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A660153F-74B1-D90E-8045-77DAF8298984}"/>
              </a:ext>
            </a:extLst>
          </p:cNvPr>
          <p:cNvSpPr/>
          <p:nvPr/>
        </p:nvSpPr>
        <p:spPr>
          <a:xfrm>
            <a:off x="4370760" y="3777929"/>
            <a:ext cx="3236351" cy="67091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just">
              <a:lnSpc>
                <a:spcPct val="150000"/>
              </a:lnSpc>
            </a:pPr>
            <a:r>
              <a:rPr lang="en-US" sz="1200" b="1">
                <a:solidFill>
                  <a:srgbClr val="EA580C"/>
                </a:solidFill>
              </a:rPr>
              <a:t>Access control</a:t>
            </a:r>
          </a:p>
          <a:p>
            <a:pPr algn="just">
              <a:lnSpc>
                <a:spcPct val="150000"/>
              </a:lnSpc>
            </a:pPr>
            <a:r>
              <a:rPr lang="en-US" sz="1000">
                <a:solidFill>
                  <a:srgbClr val="687383"/>
                </a:solidFill>
              </a:rPr>
              <a:t>Limit actions and data based on roles and permissions</a:t>
            </a:r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0AB78765-B8E5-8D58-E9EB-62E8D300050C}"/>
              </a:ext>
            </a:extLst>
          </p:cNvPr>
          <p:cNvSpPr/>
          <p:nvPr/>
        </p:nvSpPr>
        <p:spPr>
          <a:xfrm>
            <a:off x="4390058" y="4797780"/>
            <a:ext cx="3236350" cy="67091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just">
              <a:lnSpc>
                <a:spcPct val="150000"/>
              </a:lnSpc>
            </a:pPr>
            <a:r>
              <a:rPr lang="en-US" sz="1200" b="1">
                <a:solidFill>
                  <a:srgbClr val="EA580C"/>
                </a:solidFill>
              </a:rPr>
              <a:t>Hallucination control</a:t>
            </a:r>
          </a:p>
          <a:p>
            <a:pPr algn="just">
              <a:lnSpc>
                <a:spcPct val="150000"/>
              </a:lnSpc>
            </a:pPr>
            <a:r>
              <a:rPr lang="en-US" sz="1000">
                <a:solidFill>
                  <a:srgbClr val="687383"/>
                </a:solidFill>
              </a:rPr>
              <a:t>Encourage grounded answers and cite sources</a:t>
            </a: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F2E3175F-D191-4C3E-F771-B0755DC9F05A}"/>
              </a:ext>
            </a:extLst>
          </p:cNvPr>
          <p:cNvSpPr/>
          <p:nvPr/>
        </p:nvSpPr>
        <p:spPr>
          <a:xfrm>
            <a:off x="7828514" y="3777929"/>
            <a:ext cx="3236351" cy="67091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just">
              <a:lnSpc>
                <a:spcPct val="150000"/>
              </a:lnSpc>
            </a:pPr>
            <a:r>
              <a:rPr lang="en-US" sz="1200" b="1">
                <a:solidFill>
                  <a:srgbClr val="EA580C"/>
                </a:solidFill>
              </a:rPr>
              <a:t>Compliance</a:t>
            </a:r>
          </a:p>
          <a:p>
            <a:pPr algn="just">
              <a:lnSpc>
                <a:spcPct val="150000"/>
              </a:lnSpc>
            </a:pPr>
            <a:r>
              <a:rPr lang="en-US" sz="1000">
                <a:solidFill>
                  <a:srgbClr val="687383"/>
                </a:solidFill>
              </a:rPr>
              <a:t>Enforce policies, standards and legal requirements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DF6F734-98E5-59B1-A893-7E3C95497F05}"/>
              </a:ext>
            </a:extLst>
          </p:cNvPr>
          <p:cNvSpPr/>
          <p:nvPr/>
        </p:nvSpPr>
        <p:spPr>
          <a:xfrm>
            <a:off x="7828514" y="4791374"/>
            <a:ext cx="3236350" cy="670914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just">
              <a:lnSpc>
                <a:spcPct val="150000"/>
              </a:lnSpc>
            </a:pPr>
            <a:r>
              <a:rPr lang="en-US" sz="1200" b="1">
                <a:solidFill>
                  <a:srgbClr val="EA580C"/>
                </a:solidFill>
              </a:rPr>
              <a:t>Operational limits</a:t>
            </a:r>
          </a:p>
          <a:p>
            <a:pPr algn="just">
              <a:lnSpc>
                <a:spcPct val="150000"/>
              </a:lnSpc>
            </a:pPr>
            <a:r>
              <a:rPr lang="en-US" sz="1000">
                <a:solidFill>
                  <a:srgbClr val="687383"/>
                </a:solidFill>
              </a:rPr>
              <a:t>Rate limits, timeouts, cost and resources constraints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7EE54F-0605-ED87-B654-2FABB53D5732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7886A1BA-BD41-8C11-DF63-EEC2C94DF7FE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12" name="Freeform 46">
              <a:extLst>
                <a:ext uri="{FF2B5EF4-FFF2-40B4-BE49-F238E27FC236}">
                  <a16:creationId xmlns:a16="http://schemas.microsoft.com/office/drawing/2014/main" id="{43259C59-C38E-D0E3-5009-71623D684BB8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13" name="Freeform 47">
              <a:extLst>
                <a:ext uri="{FF2B5EF4-FFF2-40B4-BE49-F238E27FC236}">
                  <a16:creationId xmlns:a16="http://schemas.microsoft.com/office/drawing/2014/main" id="{9EE2F764-4BFB-2B23-F198-DE5CDE001F8E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14" name="Freeform 48">
              <a:extLst>
                <a:ext uri="{FF2B5EF4-FFF2-40B4-BE49-F238E27FC236}">
                  <a16:creationId xmlns:a16="http://schemas.microsoft.com/office/drawing/2014/main" id="{9BBAAD29-7C51-233E-1A6C-21C5A565CF4F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C6FC8EF-66B1-1D67-9C33-0728C093F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sp>
        <p:nvSpPr>
          <p:cNvPr id="17" name="Shape 4">
            <a:extLst>
              <a:ext uri="{FF2B5EF4-FFF2-40B4-BE49-F238E27FC236}">
                <a16:creationId xmlns:a16="http://schemas.microsoft.com/office/drawing/2014/main" id="{1F4B736E-40B9-7D60-4E0B-6BC5E3F944DB}"/>
              </a:ext>
            </a:extLst>
          </p:cNvPr>
          <p:cNvSpPr/>
          <p:nvPr/>
        </p:nvSpPr>
        <p:spPr>
          <a:xfrm>
            <a:off x="7018577" y="218871"/>
            <a:ext cx="5029200" cy="813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pic>
        <p:nvPicPr>
          <p:cNvPr id="18" name="Graphic 17" descr="Brain with solid fill">
            <a:extLst>
              <a:ext uri="{FF2B5EF4-FFF2-40B4-BE49-F238E27FC236}">
                <a16:creationId xmlns:a16="http://schemas.microsoft.com/office/drawing/2014/main" id="{05A665B3-3885-6F69-7B3B-9D9B2D2C7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3183" y="367159"/>
            <a:ext cx="418283" cy="418282"/>
          </a:xfrm>
          <a:prstGeom prst="rect">
            <a:avLst/>
          </a:prstGeom>
        </p:spPr>
      </p:pic>
      <p:pic>
        <p:nvPicPr>
          <p:cNvPr id="19" name="Graphic 18" descr="Database with solid fill">
            <a:extLst>
              <a:ext uri="{FF2B5EF4-FFF2-40B4-BE49-F238E27FC236}">
                <a16:creationId xmlns:a16="http://schemas.microsoft.com/office/drawing/2014/main" id="{CCE7D182-CA6E-07BC-4913-39784B070B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0201" y="367159"/>
            <a:ext cx="418283" cy="418282"/>
          </a:xfrm>
          <a:prstGeom prst="rect">
            <a:avLst/>
          </a:prstGeom>
        </p:spPr>
      </p:pic>
      <p:sp>
        <p:nvSpPr>
          <p:cNvPr id="20" name="Shape 17">
            <a:extLst>
              <a:ext uri="{FF2B5EF4-FFF2-40B4-BE49-F238E27FC236}">
                <a16:creationId xmlns:a16="http://schemas.microsoft.com/office/drawing/2014/main" id="{67E1C046-BDC8-5D56-0D97-49F81231D671}"/>
              </a:ext>
            </a:extLst>
          </p:cNvPr>
          <p:cNvSpPr/>
          <p:nvPr/>
        </p:nvSpPr>
        <p:spPr>
          <a:xfrm flipV="1">
            <a:off x="7808920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4CCE0BA5-3A78-1200-4289-85DE829AF5DA}"/>
              </a:ext>
            </a:extLst>
          </p:cNvPr>
          <p:cNvSpPr/>
          <p:nvPr/>
        </p:nvSpPr>
        <p:spPr>
          <a:xfrm flipV="1">
            <a:off x="8891547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570FAB1A-F7A6-E54E-9DF1-49847CDEB7CC}"/>
              </a:ext>
            </a:extLst>
          </p:cNvPr>
          <p:cNvSpPr/>
          <p:nvPr/>
        </p:nvSpPr>
        <p:spPr>
          <a:xfrm flipV="1">
            <a:off x="9846769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618BBE-EAF5-E21B-4192-9F01927FE068}"/>
              </a:ext>
            </a:extLst>
          </p:cNvPr>
          <p:cNvSpPr txBox="1"/>
          <p:nvPr/>
        </p:nvSpPr>
        <p:spPr>
          <a:xfrm>
            <a:off x="7223183" y="760508"/>
            <a:ext cx="41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2563EB"/>
                </a:solidFill>
              </a:rPr>
              <a:t>LLM</a:t>
            </a:r>
            <a:endParaRPr lang="en-CH" sz="1000" dirty="0">
              <a:solidFill>
                <a:srgbClr val="2563EB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F1FE91-A97D-109E-CEAF-E482C537B78B}"/>
              </a:ext>
            </a:extLst>
          </p:cNvPr>
          <p:cNvSpPr txBox="1"/>
          <p:nvPr/>
        </p:nvSpPr>
        <p:spPr>
          <a:xfrm>
            <a:off x="8253209" y="760508"/>
            <a:ext cx="5040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2563EB"/>
                </a:solidFill>
              </a:rPr>
              <a:t>RAG</a:t>
            </a:r>
            <a:endParaRPr lang="en-CH" sz="1000">
              <a:solidFill>
                <a:srgbClr val="2563EB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13F6D3-2629-28D3-E913-93B86C6362C6}"/>
              </a:ext>
            </a:extLst>
          </p:cNvPr>
          <p:cNvSpPr txBox="1"/>
          <p:nvPr/>
        </p:nvSpPr>
        <p:spPr>
          <a:xfrm>
            <a:off x="10292893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MCP</a:t>
            </a:r>
            <a:endParaRPr lang="en-CH" sz="1000" dirty="0">
              <a:solidFill>
                <a:srgbClr val="16A34A"/>
              </a:solidFill>
            </a:endParaRPr>
          </a:p>
        </p:txBody>
      </p:sp>
      <p:pic>
        <p:nvPicPr>
          <p:cNvPr id="26" name="Graphic 25" descr="Shield Tick with solid fill">
            <a:extLst>
              <a:ext uri="{FF2B5EF4-FFF2-40B4-BE49-F238E27FC236}">
                <a16:creationId xmlns:a16="http://schemas.microsoft.com/office/drawing/2014/main" id="{B9B7AA75-3187-3802-46A0-1B6A8171E9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73423" y="367159"/>
            <a:ext cx="418283" cy="418282"/>
          </a:xfrm>
          <a:prstGeom prst="rect">
            <a:avLst/>
          </a:prstGeom>
        </p:spPr>
      </p:pic>
      <p:sp>
        <p:nvSpPr>
          <p:cNvPr id="27" name="Shape 17">
            <a:extLst>
              <a:ext uri="{FF2B5EF4-FFF2-40B4-BE49-F238E27FC236}">
                <a16:creationId xmlns:a16="http://schemas.microsoft.com/office/drawing/2014/main" id="{E8127A25-50CB-1383-5F07-954FCCEBF63F}"/>
              </a:ext>
            </a:extLst>
          </p:cNvPr>
          <p:cNvSpPr/>
          <p:nvPr/>
        </p:nvSpPr>
        <p:spPr>
          <a:xfrm flipV="1">
            <a:off x="10929396" y="594238"/>
            <a:ext cx="418283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68118A-5A2C-6281-D107-BB2D0833AE42}"/>
              </a:ext>
            </a:extLst>
          </p:cNvPr>
          <p:cNvSpPr txBox="1"/>
          <p:nvPr/>
        </p:nvSpPr>
        <p:spPr>
          <a:xfrm>
            <a:off x="11234713" y="760508"/>
            <a:ext cx="870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EA580C"/>
                </a:solidFill>
              </a:rPr>
              <a:t>Guardrails</a:t>
            </a:r>
            <a:endParaRPr lang="en-CH" sz="1000" dirty="0">
              <a:solidFill>
                <a:srgbClr val="EA580C"/>
              </a:solidFill>
            </a:endParaRPr>
          </a:p>
        </p:txBody>
      </p:sp>
      <p:pic>
        <p:nvPicPr>
          <p:cNvPr id="29" name="Graphic 28" descr="Circles with lines with solid fill">
            <a:extLst>
              <a:ext uri="{FF2B5EF4-FFF2-40B4-BE49-F238E27FC236}">
                <a16:creationId xmlns:a16="http://schemas.microsoft.com/office/drawing/2014/main" id="{BD30403A-D76F-8129-59A1-F583B0F29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1221" y="329567"/>
            <a:ext cx="493467" cy="493467"/>
          </a:xfrm>
          <a:prstGeom prst="rect">
            <a:avLst/>
          </a:prstGeom>
        </p:spPr>
      </p:pic>
      <p:pic>
        <p:nvPicPr>
          <p:cNvPr id="30" name="Graphic 29" descr="Head with gears with solid fill">
            <a:extLst>
              <a:ext uri="{FF2B5EF4-FFF2-40B4-BE49-F238E27FC236}">
                <a16:creationId xmlns:a16="http://schemas.microsoft.com/office/drawing/2014/main" id="{75D57865-7EB5-5655-419F-956E93520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77219" y="367159"/>
            <a:ext cx="418283" cy="41828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58B2206-E3BA-FB15-39FE-7A5D2750F5C5}"/>
              </a:ext>
            </a:extLst>
          </p:cNvPr>
          <p:cNvSpPr txBox="1"/>
          <p:nvPr/>
        </p:nvSpPr>
        <p:spPr>
          <a:xfrm>
            <a:off x="9316276" y="760508"/>
            <a:ext cx="541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16A34A"/>
                </a:solidFill>
              </a:rPr>
              <a:t>Agent</a:t>
            </a:r>
            <a:endParaRPr lang="en-CH" sz="1000" dirty="0">
              <a:solidFill>
                <a:srgbClr val="16A34A"/>
              </a:solidFill>
            </a:endParaRPr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AC878043-3220-755D-8E36-EACB53BFF66A}"/>
              </a:ext>
            </a:extLst>
          </p:cNvPr>
          <p:cNvSpPr/>
          <p:nvPr/>
        </p:nvSpPr>
        <p:spPr>
          <a:xfrm>
            <a:off x="11303208" y="243550"/>
            <a:ext cx="727148" cy="772310"/>
          </a:xfrm>
          <a:prstGeom prst="roundRect">
            <a:avLst>
              <a:gd name="adj" fmla="val 12500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3640-9870-5D21-986F-AD928363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295A214F-4DD4-780A-BE77-B29C408A42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164461"/>
          </a:xfrm>
          <a:prstGeom prst="rect">
            <a:avLst/>
          </a:prstGeom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B01BD87A-B868-220B-2772-398C15056C9E}"/>
              </a:ext>
            </a:extLst>
          </p:cNvPr>
          <p:cNvSpPr/>
          <p:nvPr/>
        </p:nvSpPr>
        <p:spPr>
          <a:xfrm>
            <a:off x="4680271" y="2190287"/>
            <a:ext cx="2816942" cy="94790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BD62B4E7-C202-181D-93D5-54C8968CE874}"/>
              </a:ext>
            </a:extLst>
          </p:cNvPr>
          <p:cNvSpPr/>
          <p:nvPr/>
        </p:nvSpPr>
        <p:spPr>
          <a:xfrm>
            <a:off x="516834" y="409856"/>
            <a:ext cx="11264349" cy="1510862"/>
          </a:xfrm>
          <a:prstGeom prst="roundRect">
            <a:avLst>
              <a:gd name="adj" fmla="val 1250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42BF54-9643-9FCC-2063-B5357EFF59E5}"/>
              </a:ext>
            </a:extLst>
          </p:cNvPr>
          <p:cNvSpPr/>
          <p:nvPr/>
        </p:nvSpPr>
        <p:spPr>
          <a:xfrm>
            <a:off x="4322479" y="2190287"/>
            <a:ext cx="3532526" cy="775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687382"/>
                </a:solidFill>
              </a:rPr>
              <a:t>THANK YOU !!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48E324-C828-1257-DCAE-78F7382B0167}"/>
              </a:ext>
            </a:extLst>
          </p:cNvPr>
          <p:cNvSpPr/>
          <p:nvPr/>
        </p:nvSpPr>
        <p:spPr>
          <a:xfrm>
            <a:off x="2156822" y="881823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AI for Document Analysis Systems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4FA5E9-8222-A03D-831B-A616F5FF5F35}"/>
              </a:ext>
            </a:extLst>
          </p:cNvPr>
          <p:cNvGrpSpPr/>
          <p:nvPr/>
        </p:nvGrpSpPr>
        <p:grpSpPr>
          <a:xfrm>
            <a:off x="-119903" y="6325848"/>
            <a:ext cx="12510685" cy="598411"/>
            <a:chOff x="-119903" y="6325848"/>
            <a:chExt cx="12510685" cy="598411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4758223A-0387-BF92-9FF8-206BC73E200A}"/>
                </a:ext>
              </a:extLst>
            </p:cNvPr>
            <p:cNvSpPr/>
            <p:nvPr/>
          </p:nvSpPr>
          <p:spPr>
            <a:xfrm>
              <a:off x="-119903" y="6325848"/>
              <a:ext cx="12510685" cy="598411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D8E0E8"/>
              </a:solidFill>
              <a:prstDash val="solid"/>
            </a:ln>
          </p:spPr>
          <p:txBody>
            <a:bodyPr/>
            <a:lstStyle/>
            <a:p>
              <a:pPr algn="ctr"/>
              <a:endParaRPr lang="en-CH"/>
            </a:p>
          </p:txBody>
        </p:sp>
        <p:sp>
          <p:nvSpPr>
            <p:cNvPr id="20" name="Freeform 46">
              <a:extLst>
                <a:ext uri="{FF2B5EF4-FFF2-40B4-BE49-F238E27FC236}">
                  <a16:creationId xmlns:a16="http://schemas.microsoft.com/office/drawing/2014/main" id="{D65F3E68-4565-66AA-C0F1-5B7F3F4444FF}"/>
                </a:ext>
              </a:extLst>
            </p:cNvPr>
            <p:cNvSpPr/>
            <p:nvPr/>
          </p:nvSpPr>
          <p:spPr>
            <a:xfrm>
              <a:off x="3698596" y="6455162"/>
              <a:ext cx="788559" cy="297681"/>
            </a:xfrm>
            <a:custGeom>
              <a:avLst/>
              <a:gdLst/>
              <a:ahLst/>
              <a:cxnLst/>
              <a:rect l="l" t="t" r="r" b="b"/>
              <a:pathLst>
                <a:path w="1256453" h="474311">
                  <a:moveTo>
                    <a:pt x="0" y="0"/>
                  </a:moveTo>
                  <a:lnTo>
                    <a:pt x="1256453" y="0"/>
                  </a:lnTo>
                  <a:lnTo>
                    <a:pt x="1256453" y="474311"/>
                  </a:lnTo>
                  <a:lnTo>
                    <a:pt x="0" y="47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21" name="Freeform 47">
              <a:extLst>
                <a:ext uri="{FF2B5EF4-FFF2-40B4-BE49-F238E27FC236}">
                  <a16:creationId xmlns:a16="http://schemas.microsoft.com/office/drawing/2014/main" id="{D2F598B6-0126-0D1C-C530-CF497D6708C9}"/>
                </a:ext>
              </a:extLst>
            </p:cNvPr>
            <p:cNvSpPr/>
            <p:nvPr/>
          </p:nvSpPr>
          <p:spPr>
            <a:xfrm>
              <a:off x="6557130" y="6448395"/>
              <a:ext cx="995889" cy="311215"/>
            </a:xfrm>
            <a:custGeom>
              <a:avLst/>
              <a:gdLst/>
              <a:ahLst/>
              <a:cxnLst/>
              <a:rect l="l" t="t" r="r" b="b"/>
              <a:pathLst>
                <a:path w="1586804" h="495876">
                  <a:moveTo>
                    <a:pt x="0" y="0"/>
                  </a:moveTo>
                  <a:lnTo>
                    <a:pt x="1586804" y="0"/>
                  </a:lnTo>
                  <a:lnTo>
                    <a:pt x="1586804" y="495876"/>
                  </a:lnTo>
                  <a:lnTo>
                    <a:pt x="0" y="49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H"/>
            </a:p>
          </p:txBody>
        </p:sp>
        <p:sp>
          <p:nvSpPr>
            <p:cNvPr id="22" name="Freeform 48">
              <a:extLst>
                <a:ext uri="{FF2B5EF4-FFF2-40B4-BE49-F238E27FC236}">
                  <a16:creationId xmlns:a16="http://schemas.microsoft.com/office/drawing/2014/main" id="{47F840FE-DDA5-A26A-05AE-A828BD978D3A}"/>
                </a:ext>
              </a:extLst>
            </p:cNvPr>
            <p:cNvSpPr/>
            <p:nvPr/>
          </p:nvSpPr>
          <p:spPr>
            <a:xfrm>
              <a:off x="982749" y="6497749"/>
              <a:ext cx="645872" cy="212507"/>
            </a:xfrm>
            <a:custGeom>
              <a:avLst/>
              <a:gdLst/>
              <a:ahLst/>
              <a:cxnLst/>
              <a:rect l="l" t="t" r="r" b="b"/>
              <a:pathLst>
                <a:path w="1029102" h="338599">
                  <a:moveTo>
                    <a:pt x="0" y="0"/>
                  </a:moveTo>
                  <a:lnTo>
                    <a:pt x="1029101" y="0"/>
                  </a:lnTo>
                  <a:lnTo>
                    <a:pt x="1029101" y="338599"/>
                  </a:lnTo>
                  <a:lnTo>
                    <a:pt x="0" y="338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067" t="-98836" r="-24389" b="-94718"/>
              </a:stretch>
            </a:blipFill>
          </p:spPr>
          <p:txBody>
            <a:bodyPr/>
            <a:lstStyle/>
            <a:p>
              <a:endParaRPr lang="en-CH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E57EAA2-EB72-C62D-64BD-19572972B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22995" y="6448395"/>
              <a:ext cx="738958" cy="311215"/>
            </a:xfrm>
            <a:prstGeom prst="rect">
              <a:avLst/>
            </a:prstGeom>
          </p:spPr>
        </p:pic>
      </p:grpSp>
      <p:pic>
        <p:nvPicPr>
          <p:cNvPr id="34" name="Picture 6" descr="Ornella Vaccarelli – Research Data ...">
            <a:extLst>
              <a:ext uri="{FF2B5EF4-FFF2-40B4-BE49-F238E27FC236}">
                <a16:creationId xmlns:a16="http://schemas.microsoft.com/office/drawing/2014/main" id="{BE5905EA-A00C-78F6-83DA-941C1225C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14" y="3679274"/>
            <a:ext cx="1848464" cy="1848464"/>
          </a:xfrm>
          <a:prstGeom prst="rect">
            <a:avLst/>
          </a:prstGeom>
          <a:noFill/>
          <a:ln>
            <a:solidFill>
              <a:srgbClr val="D8E0E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 6">
            <a:extLst>
              <a:ext uri="{FF2B5EF4-FFF2-40B4-BE49-F238E27FC236}">
                <a16:creationId xmlns:a16="http://schemas.microsoft.com/office/drawing/2014/main" id="{78F1C65C-5394-5D3E-9C66-D1511B58430A}"/>
              </a:ext>
            </a:extLst>
          </p:cNvPr>
          <p:cNvSpPr/>
          <p:nvPr/>
        </p:nvSpPr>
        <p:spPr>
          <a:xfrm>
            <a:off x="631699" y="5534239"/>
            <a:ext cx="2396695" cy="780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87382"/>
                </a:solidFill>
              </a:rPr>
              <a:t>Ornella Vaccarelli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687382"/>
                </a:solidFill>
              </a:rPr>
              <a:t>Lead Scientist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87382"/>
                </a:solidFill>
              </a:rPr>
              <a:t>ornella.vaccarelli@hefr.ch</a:t>
            </a:r>
            <a:endParaRPr lang="en-US" sz="1400" dirty="0">
              <a:solidFill>
                <a:srgbClr val="687382"/>
              </a:solidFill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7F7E5598-11DF-6694-EB21-7B3AEEB9EEE6}"/>
              </a:ext>
            </a:extLst>
          </p:cNvPr>
          <p:cNvSpPr/>
          <p:nvPr/>
        </p:nvSpPr>
        <p:spPr>
          <a:xfrm>
            <a:off x="3374258" y="5534239"/>
            <a:ext cx="2396695" cy="780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87382"/>
                </a:solidFill>
              </a:rPr>
              <a:t>Olivier </a:t>
            </a:r>
            <a:r>
              <a:rPr lang="en-US" sz="1600" b="1" dirty="0" err="1">
                <a:solidFill>
                  <a:srgbClr val="687382"/>
                </a:solidFill>
              </a:rPr>
              <a:t>D’Ancona</a:t>
            </a:r>
            <a:endParaRPr lang="en-US" sz="1600" b="1" dirty="0">
              <a:solidFill>
                <a:srgbClr val="687382"/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687382"/>
                </a:solidFill>
              </a:rPr>
              <a:t>PhD Student</a:t>
            </a:r>
          </a:p>
          <a:p>
            <a:pPr algn="ctr"/>
            <a:r>
              <a:rPr lang="en-US" sz="1400" dirty="0" err="1">
                <a:solidFill>
                  <a:srgbClr val="687382"/>
                </a:solidFill>
              </a:rPr>
              <a:t>olivier.dancona@hefr.ch</a:t>
            </a:r>
            <a:endParaRPr lang="en-US" sz="1400" dirty="0">
              <a:solidFill>
                <a:srgbClr val="687382"/>
              </a:solidFill>
            </a:endParaRPr>
          </a:p>
        </p:txBody>
      </p:sp>
      <p:pic>
        <p:nvPicPr>
          <p:cNvPr id="38" name="Picture 37" descr="Olivier D'ANCONA | PhD Student | Master of Science | HES-SO University of Applied Sciences and Arts Western Switzerland, Delémont | IAI - Institut d'Automatisation Industrielle | Research profile">
            <a:extLst>
              <a:ext uri="{FF2B5EF4-FFF2-40B4-BE49-F238E27FC236}">
                <a16:creationId xmlns:a16="http://schemas.microsoft.com/office/drawing/2014/main" id="{922F67CB-61ED-0F46-7B9F-C9A9BB6E10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8373" y="3646002"/>
            <a:ext cx="1848464" cy="1848464"/>
          </a:xfrm>
          <a:prstGeom prst="rect">
            <a:avLst/>
          </a:prstGeom>
        </p:spPr>
      </p:pic>
      <p:sp>
        <p:nvSpPr>
          <p:cNvPr id="40" name="Text 6">
            <a:extLst>
              <a:ext uri="{FF2B5EF4-FFF2-40B4-BE49-F238E27FC236}">
                <a16:creationId xmlns:a16="http://schemas.microsoft.com/office/drawing/2014/main" id="{6DB00CB5-33BA-CF22-27CD-6B1ECA84CE9F}"/>
              </a:ext>
            </a:extLst>
          </p:cNvPr>
          <p:cNvSpPr/>
          <p:nvPr/>
        </p:nvSpPr>
        <p:spPr>
          <a:xfrm>
            <a:off x="9300055" y="5534240"/>
            <a:ext cx="2563034" cy="78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87382"/>
                </a:solidFill>
              </a:rPr>
              <a:t>Anna </a:t>
            </a:r>
            <a:r>
              <a:rPr lang="en-US" sz="1600" b="1" dirty="0" err="1">
                <a:solidFill>
                  <a:srgbClr val="687382"/>
                </a:solidFill>
              </a:rPr>
              <a:t>Scius</a:t>
            </a:r>
            <a:r>
              <a:rPr lang="en-US" sz="1600" b="1" dirty="0">
                <a:solidFill>
                  <a:srgbClr val="687382"/>
                </a:solidFill>
              </a:rPr>
              <a:t>-Bertrand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687382"/>
                </a:solidFill>
              </a:rPr>
              <a:t>Senior Researcher</a:t>
            </a:r>
          </a:p>
          <a:p>
            <a:pPr algn="ctr"/>
            <a:r>
              <a:rPr lang="en-US" sz="1400" dirty="0" err="1">
                <a:solidFill>
                  <a:srgbClr val="687382"/>
                </a:solidFill>
              </a:rPr>
              <a:t>anna.scius-bertrand@hefr.ch</a:t>
            </a:r>
            <a:endParaRPr lang="en-US" sz="1400" dirty="0">
              <a:solidFill>
                <a:srgbClr val="687382"/>
              </a:solidFill>
            </a:endParaRPr>
          </a:p>
        </p:txBody>
      </p:sp>
      <p:pic>
        <p:nvPicPr>
          <p:cNvPr id="41" name="Picture 40" descr="Committees – ICDAR 2026">
            <a:extLst>
              <a:ext uri="{FF2B5EF4-FFF2-40B4-BE49-F238E27FC236}">
                <a16:creationId xmlns:a16="http://schemas.microsoft.com/office/drawing/2014/main" id="{D2A0FF1D-0405-856C-E306-1A72DE4535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5315" t="14814" r="25060" b="9129"/>
          <a:stretch>
            <a:fillRect/>
          </a:stretch>
        </p:blipFill>
        <p:spPr>
          <a:xfrm>
            <a:off x="9621093" y="3679274"/>
            <a:ext cx="1920959" cy="1848464"/>
          </a:xfrm>
          <a:prstGeom prst="rect">
            <a:avLst/>
          </a:prstGeom>
        </p:spPr>
      </p:pic>
      <p:sp>
        <p:nvSpPr>
          <p:cNvPr id="43" name="Text 6">
            <a:extLst>
              <a:ext uri="{FF2B5EF4-FFF2-40B4-BE49-F238E27FC236}">
                <a16:creationId xmlns:a16="http://schemas.microsoft.com/office/drawing/2014/main" id="{99822B74-A094-8C69-B399-A769BA1F35D7}"/>
              </a:ext>
            </a:extLst>
          </p:cNvPr>
          <p:cNvSpPr/>
          <p:nvPr/>
        </p:nvSpPr>
        <p:spPr>
          <a:xfrm>
            <a:off x="6116817" y="5534239"/>
            <a:ext cx="2837373" cy="780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87382"/>
                </a:solidFill>
              </a:rPr>
              <a:t>Tim Hallyburton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687382"/>
                </a:solidFill>
              </a:rPr>
              <a:t>PhD Student</a:t>
            </a:r>
          </a:p>
          <a:p>
            <a:pPr algn="ctr"/>
            <a:r>
              <a:rPr lang="en-US" sz="1400" dirty="0" err="1">
                <a:solidFill>
                  <a:srgbClr val="687382"/>
                </a:solidFill>
              </a:rPr>
              <a:t>tim.hallyburton@tu-dortmund.de</a:t>
            </a:r>
            <a:endParaRPr lang="en-US" sz="1400" dirty="0">
              <a:solidFill>
                <a:srgbClr val="687382"/>
              </a:solidFill>
            </a:endParaRPr>
          </a:p>
        </p:txBody>
      </p:sp>
      <p:pic>
        <p:nvPicPr>
          <p:cNvPr id="44" name="Picture 43" descr="payloadcms | Tim Hallyburton">
            <a:extLst>
              <a:ext uri="{FF2B5EF4-FFF2-40B4-BE49-F238E27FC236}">
                <a16:creationId xmlns:a16="http://schemas.microsoft.com/office/drawing/2014/main" id="{057E87A3-FED3-39AF-B633-592A0BC34A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1271" y="3652599"/>
            <a:ext cx="1848464" cy="184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863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5859F36BE18545859B60F2A65DB08C" ma:contentTypeVersion="3" ma:contentTypeDescription="Crée un document." ma:contentTypeScope="" ma:versionID="55038dbb137bf963e8d4f2f1d39e1e5a">
  <xsd:schema xmlns:xsd="http://www.w3.org/2001/XMLSchema" xmlns:xs="http://www.w3.org/2001/XMLSchema" xmlns:p="http://schemas.microsoft.com/office/2006/metadata/properties" xmlns:ns2="4848a9d9-4dfa-4bc3-9e43-254a89392261" targetNamespace="http://schemas.microsoft.com/office/2006/metadata/properties" ma:root="true" ma:fieldsID="0a718815d3f1471dff7046f9dd26e14f" ns2:_="">
    <xsd:import namespace="4848a9d9-4dfa-4bc3-9e43-254a893922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a9d9-4dfa-4bc3-9e43-254a893922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3F07BF-29AE-4A9A-9791-A194A8BE61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338204-D6E3-449B-9E57-182CC74AB820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4848a9d9-4dfa-4bc3-9e43-254a89392261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9FEBF15A-AB93-484A-AFC0-F4ED58EA93F5}">
  <ds:schemaRefs>
    <ds:schemaRef ds:uri="4848a9d9-4dfa-4bc3-9e43-254a8939226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1369</Words>
  <Application>Microsoft Macintosh PowerPoint</Application>
  <PresentationFormat>Widescreen</PresentationFormat>
  <Paragraphs>338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Raleway</vt:lpstr>
      <vt:lpstr>Raleway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HeidiTech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Agents, RAG and MCP Workshop</dc:title>
  <dc:subject>Light workshop presentation</dc:subject>
  <dc:creator>Agents MCP RAG Workshop</dc:creator>
  <cp:lastModifiedBy>Vaccarelli Ornella</cp:lastModifiedBy>
  <cp:revision>35</cp:revision>
  <dcterms:created xsi:type="dcterms:W3CDTF">2026-05-06T18:36:21Z</dcterms:created>
  <dcterms:modified xsi:type="dcterms:W3CDTF">2026-08-27T16:47:30Z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0x010100595859F36BE18545859B60F2A65DB08C</vt:lpwstr>
  </property>
</Properties>
</file>